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3" r:id="rId3"/>
    <p:sldId id="259" r:id="rId4"/>
    <p:sldId id="291" r:id="rId5"/>
    <p:sldId id="285" r:id="rId6"/>
    <p:sldId id="318" r:id="rId7"/>
    <p:sldId id="260" r:id="rId8"/>
    <p:sldId id="288" r:id="rId9"/>
    <p:sldId id="296" r:id="rId10"/>
    <p:sldId id="299" r:id="rId11"/>
    <p:sldId id="322" r:id="rId12"/>
    <p:sldId id="323" r:id="rId13"/>
    <p:sldId id="324" r:id="rId14"/>
    <p:sldId id="295" r:id="rId15"/>
    <p:sldId id="264" r:id="rId16"/>
    <p:sldId id="297" r:id="rId17"/>
    <p:sldId id="302" r:id="rId18"/>
    <p:sldId id="301" r:id="rId19"/>
    <p:sldId id="266" r:id="rId20"/>
    <p:sldId id="267" r:id="rId21"/>
    <p:sldId id="305" r:id="rId22"/>
    <p:sldId id="307" r:id="rId23"/>
    <p:sldId id="298" r:id="rId24"/>
    <p:sldId id="292" r:id="rId25"/>
    <p:sldId id="293" r:id="rId26"/>
    <p:sldId id="275" r:id="rId27"/>
    <p:sldId id="268" r:id="rId28"/>
    <p:sldId id="319" r:id="rId29"/>
    <p:sldId id="315" r:id="rId30"/>
    <p:sldId id="281" r:id="rId31"/>
    <p:sldId id="269" r:id="rId32"/>
    <p:sldId id="294" r:id="rId33"/>
    <p:sldId id="270" r:id="rId34"/>
    <p:sldId id="282" r:id="rId35"/>
    <p:sldId id="300" r:id="rId36"/>
    <p:sldId id="279" r:id="rId37"/>
    <p:sldId id="289" r:id="rId38"/>
    <p:sldId id="320" r:id="rId39"/>
    <p:sldId id="306" r:id="rId40"/>
    <p:sldId id="314" r:id="rId41"/>
    <p:sldId id="271" r:id="rId42"/>
    <p:sldId id="317" r:id="rId43"/>
    <p:sldId id="313" r:id="rId44"/>
    <p:sldId id="325" r:id="rId45"/>
    <p:sldId id="316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5773F2-A6E5-48DF-BA24-1A9EF672D446}">
          <p14:sldIdLst>
            <p14:sldId id="256"/>
            <p14:sldId id="273"/>
            <p14:sldId id="259"/>
            <p14:sldId id="291"/>
            <p14:sldId id="285"/>
            <p14:sldId id="318"/>
            <p14:sldId id="260"/>
            <p14:sldId id="288"/>
            <p14:sldId id="296"/>
            <p14:sldId id="299"/>
            <p14:sldId id="322"/>
            <p14:sldId id="323"/>
            <p14:sldId id="324"/>
            <p14:sldId id="295"/>
            <p14:sldId id="264"/>
            <p14:sldId id="297"/>
            <p14:sldId id="302"/>
            <p14:sldId id="301"/>
            <p14:sldId id="266"/>
            <p14:sldId id="267"/>
            <p14:sldId id="305"/>
            <p14:sldId id="307"/>
            <p14:sldId id="298"/>
            <p14:sldId id="292"/>
            <p14:sldId id="293"/>
            <p14:sldId id="275"/>
            <p14:sldId id="268"/>
            <p14:sldId id="319"/>
            <p14:sldId id="315"/>
            <p14:sldId id="281"/>
            <p14:sldId id="269"/>
            <p14:sldId id="294"/>
            <p14:sldId id="270"/>
            <p14:sldId id="282"/>
            <p14:sldId id="300"/>
            <p14:sldId id="279"/>
            <p14:sldId id="289"/>
            <p14:sldId id="320"/>
            <p14:sldId id="306"/>
            <p14:sldId id="314"/>
            <p14:sldId id="271"/>
            <p14:sldId id="317"/>
            <p14:sldId id="313"/>
            <p14:sldId id="325"/>
            <p14:sldId id="316"/>
          </p14:sldIdLst>
        </p14:section>
        <p14:section name="Untitled Section" id="{A79227B2-E082-45A1-A4D7-DE3FA57C65D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05885-5FF1-496B-8A23-31ED4CDD3ED1}" v="4" dt="2025-02-25T21:02:34.0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1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4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Ward" userId="4598b928247da06e" providerId="LiveId" clId="{85105885-5FF1-496B-8A23-31ED4CDD3ED1}"/>
    <pc:docChg chg="addSld delSld modSld modSection">
      <pc:chgData name="John Ward" userId="4598b928247da06e" providerId="LiveId" clId="{85105885-5FF1-496B-8A23-31ED4CDD3ED1}" dt="2025-02-25T20:19:48.169" v="6" actId="115"/>
      <pc:docMkLst>
        <pc:docMk/>
      </pc:docMkLst>
      <pc:sldChg chg="del">
        <pc:chgData name="John Ward" userId="4598b928247da06e" providerId="LiveId" clId="{85105885-5FF1-496B-8A23-31ED4CDD3ED1}" dt="2025-02-25T18:33:51.882" v="1" actId="47"/>
        <pc:sldMkLst>
          <pc:docMk/>
          <pc:sldMk cId="909961903" sldId="277"/>
        </pc:sldMkLst>
      </pc:sldChg>
      <pc:sldChg chg="modSp modAnim">
        <pc:chgData name="John Ward" userId="4598b928247da06e" providerId="LiveId" clId="{85105885-5FF1-496B-8A23-31ED4CDD3ED1}" dt="2025-02-25T18:33:38.298" v="0" actId="6549"/>
        <pc:sldMkLst>
          <pc:docMk/>
          <pc:sldMk cId="3610927564" sldId="301"/>
        </pc:sldMkLst>
        <pc:spChg chg="mod">
          <ac:chgData name="John Ward" userId="4598b928247da06e" providerId="LiveId" clId="{85105885-5FF1-496B-8A23-31ED4CDD3ED1}" dt="2025-02-25T18:33:38.298" v="0" actId="6549"/>
          <ac:spMkLst>
            <pc:docMk/>
            <pc:sldMk cId="3610927564" sldId="301"/>
            <ac:spMk id="3" creationId="{0406B72A-3722-88C8-19FD-5871C0E90052}"/>
          </ac:spMkLst>
        </pc:spChg>
      </pc:sldChg>
      <pc:sldChg chg="del">
        <pc:chgData name="John Ward" userId="4598b928247da06e" providerId="LiveId" clId="{85105885-5FF1-496B-8A23-31ED4CDD3ED1}" dt="2025-02-25T18:34:32.505" v="2" actId="47"/>
        <pc:sldMkLst>
          <pc:docMk/>
          <pc:sldMk cId="1513199284" sldId="312"/>
        </pc:sldMkLst>
      </pc:sldChg>
      <pc:sldChg chg="modSp modAnim">
        <pc:chgData name="John Ward" userId="4598b928247da06e" providerId="LiveId" clId="{85105885-5FF1-496B-8A23-31ED4CDD3ED1}" dt="2025-02-25T20:19:48.169" v="6" actId="115"/>
        <pc:sldMkLst>
          <pc:docMk/>
          <pc:sldMk cId="2960743901" sldId="313"/>
        </pc:sldMkLst>
        <pc:spChg chg="mod">
          <ac:chgData name="John Ward" userId="4598b928247da06e" providerId="LiveId" clId="{85105885-5FF1-496B-8A23-31ED4CDD3ED1}" dt="2025-02-25T20:19:48.169" v="6" actId="115"/>
          <ac:spMkLst>
            <pc:docMk/>
            <pc:sldMk cId="2960743901" sldId="313"/>
            <ac:spMk id="3" creationId="{5E4C702F-5861-5B84-57EA-F0B7FECC20AE}"/>
          </ac:spMkLst>
        </pc:spChg>
      </pc:sldChg>
      <pc:sldChg chg="add mod modShow">
        <pc:chgData name="John Ward" userId="4598b928247da06e" providerId="LiveId" clId="{85105885-5FF1-496B-8A23-31ED4CDD3ED1}" dt="2025-02-25T20:19:05.658" v="4" actId="729"/>
        <pc:sldMkLst>
          <pc:docMk/>
          <pc:sldMk cId="3787073781" sldId="32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2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98B928247DA06E/Documents/Math/DanielPrimes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D(n) - 0..100,000,000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'Daniel''s Average'!$B$3:$B$66</c:f>
              <c:numCache>
                <c:formatCode>#,##0</c:formatCode>
                <c:ptCount val="6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200</c:v>
                </c:pt>
                <c:pt idx="11">
                  <c:v>300</c:v>
                </c:pt>
                <c:pt idx="12">
                  <c:v>400</c:v>
                </c:pt>
                <c:pt idx="13">
                  <c:v>500</c:v>
                </c:pt>
                <c:pt idx="14">
                  <c:v>600</c:v>
                </c:pt>
                <c:pt idx="15">
                  <c:v>700</c:v>
                </c:pt>
                <c:pt idx="16">
                  <c:v>800</c:v>
                </c:pt>
                <c:pt idx="17">
                  <c:v>900</c:v>
                </c:pt>
                <c:pt idx="18">
                  <c:v>1000</c:v>
                </c:pt>
                <c:pt idx="19">
                  <c:v>2000</c:v>
                </c:pt>
                <c:pt idx="20">
                  <c:v>3000</c:v>
                </c:pt>
                <c:pt idx="21">
                  <c:v>4000</c:v>
                </c:pt>
                <c:pt idx="22">
                  <c:v>5000</c:v>
                </c:pt>
                <c:pt idx="23">
                  <c:v>6000</c:v>
                </c:pt>
                <c:pt idx="24">
                  <c:v>7000</c:v>
                </c:pt>
                <c:pt idx="25">
                  <c:v>8000</c:v>
                </c:pt>
                <c:pt idx="26">
                  <c:v>9000</c:v>
                </c:pt>
                <c:pt idx="27">
                  <c:v>10000</c:v>
                </c:pt>
                <c:pt idx="28">
                  <c:v>20000</c:v>
                </c:pt>
                <c:pt idx="29">
                  <c:v>30000</c:v>
                </c:pt>
                <c:pt idx="30">
                  <c:v>40000</c:v>
                </c:pt>
                <c:pt idx="31">
                  <c:v>50000</c:v>
                </c:pt>
                <c:pt idx="32">
                  <c:v>60000</c:v>
                </c:pt>
                <c:pt idx="33">
                  <c:v>70000</c:v>
                </c:pt>
                <c:pt idx="34">
                  <c:v>80000</c:v>
                </c:pt>
                <c:pt idx="35">
                  <c:v>90000</c:v>
                </c:pt>
                <c:pt idx="36">
                  <c:v>100000</c:v>
                </c:pt>
                <c:pt idx="37">
                  <c:v>200000</c:v>
                </c:pt>
                <c:pt idx="38">
                  <c:v>300000</c:v>
                </c:pt>
                <c:pt idx="39">
                  <c:v>400000</c:v>
                </c:pt>
                <c:pt idx="40">
                  <c:v>500000</c:v>
                </c:pt>
                <c:pt idx="41">
                  <c:v>600000</c:v>
                </c:pt>
                <c:pt idx="42">
                  <c:v>700000</c:v>
                </c:pt>
                <c:pt idx="43">
                  <c:v>800000</c:v>
                </c:pt>
                <c:pt idx="44">
                  <c:v>900000</c:v>
                </c:pt>
                <c:pt idx="45">
                  <c:v>1000000</c:v>
                </c:pt>
                <c:pt idx="46">
                  <c:v>2000000</c:v>
                </c:pt>
                <c:pt idx="47">
                  <c:v>3000000</c:v>
                </c:pt>
                <c:pt idx="48">
                  <c:v>4000000</c:v>
                </c:pt>
                <c:pt idx="49">
                  <c:v>5000000</c:v>
                </c:pt>
                <c:pt idx="50">
                  <c:v>6000000</c:v>
                </c:pt>
                <c:pt idx="51">
                  <c:v>7000000</c:v>
                </c:pt>
                <c:pt idx="52">
                  <c:v>8000000</c:v>
                </c:pt>
                <c:pt idx="53">
                  <c:v>9000000</c:v>
                </c:pt>
                <c:pt idx="54">
                  <c:v>10000000</c:v>
                </c:pt>
                <c:pt idx="55">
                  <c:v>20000000</c:v>
                </c:pt>
                <c:pt idx="56">
                  <c:v>30000000</c:v>
                </c:pt>
                <c:pt idx="57">
                  <c:v>40000000</c:v>
                </c:pt>
                <c:pt idx="58">
                  <c:v>50000000</c:v>
                </c:pt>
                <c:pt idx="59">
                  <c:v>60000000</c:v>
                </c:pt>
                <c:pt idx="60">
                  <c:v>70000000</c:v>
                </c:pt>
                <c:pt idx="61">
                  <c:v>80000000</c:v>
                </c:pt>
                <c:pt idx="62">
                  <c:v>90000000</c:v>
                </c:pt>
                <c:pt idx="63">
                  <c:v>100000000</c:v>
                </c:pt>
              </c:numCache>
            </c:numRef>
          </c:xVal>
          <c:yVal>
            <c:numRef>
              <c:f>'Daniel''s Average'!$C$3:$C$66</c:f>
              <c:numCache>
                <c:formatCode>General</c:formatCode>
                <c:ptCount val="64"/>
                <c:pt idx="0">
                  <c:v>1.6666666999999999</c:v>
                </c:pt>
                <c:pt idx="1">
                  <c:v>1.8947368</c:v>
                </c:pt>
                <c:pt idx="2">
                  <c:v>2.0344828000000001</c:v>
                </c:pt>
                <c:pt idx="3">
                  <c:v>2.1538461999999998</c:v>
                </c:pt>
                <c:pt idx="4">
                  <c:v>2.2040815999999999</c:v>
                </c:pt>
                <c:pt idx="5">
                  <c:v>2.2542373000000002</c:v>
                </c:pt>
                <c:pt idx="6">
                  <c:v>2.3043477999999999</c:v>
                </c:pt>
                <c:pt idx="7">
                  <c:v>2.3417721999999999</c:v>
                </c:pt>
                <c:pt idx="8">
                  <c:v>2.3707864999999999</c:v>
                </c:pt>
                <c:pt idx="9">
                  <c:v>2.39</c:v>
                </c:pt>
                <c:pt idx="10">
                  <c:v>2.56</c:v>
                </c:pt>
                <c:pt idx="11">
                  <c:v>2.6533329999999999</c:v>
                </c:pt>
                <c:pt idx="12">
                  <c:v>2.7124999999999999</c:v>
                </c:pt>
                <c:pt idx="13">
                  <c:v>2.7519999999999998</c:v>
                </c:pt>
                <c:pt idx="14">
                  <c:v>2.7883330000000002</c:v>
                </c:pt>
                <c:pt idx="15">
                  <c:v>2.8128570000000002</c:v>
                </c:pt>
                <c:pt idx="16">
                  <c:v>2.8412500000000001</c:v>
                </c:pt>
                <c:pt idx="17">
                  <c:v>2.862222</c:v>
                </c:pt>
                <c:pt idx="18">
                  <c:v>2.8769999999999998</c:v>
                </c:pt>
                <c:pt idx="19">
                  <c:v>2.9855</c:v>
                </c:pt>
                <c:pt idx="20">
                  <c:v>3.044667</c:v>
                </c:pt>
                <c:pt idx="21">
                  <c:v>3.0840000000000001</c:v>
                </c:pt>
                <c:pt idx="22">
                  <c:v>3.1133999999999999</c:v>
                </c:pt>
                <c:pt idx="23">
                  <c:v>3.136333</c:v>
                </c:pt>
                <c:pt idx="24">
                  <c:v>3.1557140000000001</c:v>
                </c:pt>
                <c:pt idx="25">
                  <c:v>3.1720000000000002</c:v>
                </c:pt>
                <c:pt idx="26">
                  <c:v>3.1864439999999998</c:v>
                </c:pt>
                <c:pt idx="27">
                  <c:v>3.1985000000000001</c:v>
                </c:pt>
                <c:pt idx="28">
                  <c:v>3.2766500000000001</c:v>
                </c:pt>
                <c:pt idx="29">
                  <c:v>3.3193670000000002</c:v>
                </c:pt>
                <c:pt idx="30">
                  <c:v>3.3485999999999998</c:v>
                </c:pt>
                <c:pt idx="31">
                  <c:v>3.3706</c:v>
                </c:pt>
                <c:pt idx="32">
                  <c:v>3.3883329999999998</c:v>
                </c:pt>
                <c:pt idx="33">
                  <c:v>3.4030429999999998</c:v>
                </c:pt>
                <c:pt idx="34">
                  <c:v>3.4155500000000001</c:v>
                </c:pt>
                <c:pt idx="35">
                  <c:v>3.4264999999999999</c:v>
                </c:pt>
                <c:pt idx="36">
                  <c:v>3.43614</c:v>
                </c:pt>
                <c:pt idx="37">
                  <c:v>3.4974949999999998</c:v>
                </c:pt>
                <c:pt idx="38">
                  <c:v>3.5316700000000001</c:v>
                </c:pt>
                <c:pt idx="39">
                  <c:v>3.5551900000000001</c:v>
                </c:pt>
                <c:pt idx="40">
                  <c:v>3.5730620000000002</c:v>
                </c:pt>
                <c:pt idx="41">
                  <c:v>3.5874419999999998</c:v>
                </c:pt>
                <c:pt idx="42">
                  <c:v>3.5994169999999999</c:v>
                </c:pt>
                <c:pt idx="43">
                  <c:v>3.6096849999999998</c:v>
                </c:pt>
                <c:pt idx="44">
                  <c:v>3.6186560000000001</c:v>
                </c:pt>
                <c:pt idx="45">
                  <c:v>3.6266189999999998</c:v>
                </c:pt>
                <c:pt idx="46">
                  <c:v>3.6773920000000002</c:v>
                </c:pt>
                <c:pt idx="47">
                  <c:v>3.7059319999999998</c:v>
                </c:pt>
                <c:pt idx="48">
                  <c:v>3.725692</c:v>
                </c:pt>
                <c:pt idx="49">
                  <c:v>3.740748</c:v>
                </c:pt>
                <c:pt idx="50">
                  <c:v>3.7528890000000001</c:v>
                </c:pt>
                <c:pt idx="51">
                  <c:v>3.7630340000000002</c:v>
                </c:pt>
                <c:pt idx="52">
                  <c:v>3.771744</c:v>
                </c:pt>
                <c:pt idx="53">
                  <c:v>3.7793589999999999</c:v>
                </c:pt>
                <c:pt idx="54">
                  <c:v>3.7861250000000002</c:v>
                </c:pt>
                <c:pt idx="55">
                  <c:v>3.8295159999999999</c:v>
                </c:pt>
                <c:pt idx="56">
                  <c:v>3.8540459999999999</c:v>
                </c:pt>
                <c:pt idx="57">
                  <c:v>3.8710909999999998</c:v>
                </c:pt>
                <c:pt idx="58">
                  <c:v>3.8841139999999998</c:v>
                </c:pt>
                <c:pt idx="59">
                  <c:v>3.8946290000000001</c:v>
                </c:pt>
                <c:pt idx="60">
                  <c:v>3.9034339999999998</c:v>
                </c:pt>
                <c:pt idx="61">
                  <c:v>3.9109989999999999</c:v>
                </c:pt>
                <c:pt idx="62">
                  <c:v>3.917624</c:v>
                </c:pt>
                <c:pt idx="63">
                  <c:v>3.9235129999999998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86D-49ED-B954-3921C3F115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5865967"/>
        <c:axId val="645854447"/>
      </c:scatterChart>
      <c:valAx>
        <c:axId val="645865967"/>
        <c:scaling>
          <c:orientation val="minMax"/>
          <c:max val="10000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5854447"/>
        <c:crosses val="autoZero"/>
        <c:crossBetween val="midCat"/>
      </c:valAx>
      <c:valAx>
        <c:axId val="645854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58659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D(n) - 0..100,000,000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'Daniel''s Average'!$B$3:$B$66</c:f>
              <c:numCache>
                <c:formatCode>#,##0</c:formatCode>
                <c:ptCount val="6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200</c:v>
                </c:pt>
                <c:pt idx="11">
                  <c:v>300</c:v>
                </c:pt>
                <c:pt idx="12">
                  <c:v>400</c:v>
                </c:pt>
                <c:pt idx="13">
                  <c:v>500</c:v>
                </c:pt>
                <c:pt idx="14">
                  <c:v>600</c:v>
                </c:pt>
                <c:pt idx="15">
                  <c:v>700</c:v>
                </c:pt>
                <c:pt idx="16">
                  <c:v>800</c:v>
                </c:pt>
                <c:pt idx="17">
                  <c:v>900</c:v>
                </c:pt>
                <c:pt idx="18">
                  <c:v>1000</c:v>
                </c:pt>
                <c:pt idx="19">
                  <c:v>2000</c:v>
                </c:pt>
                <c:pt idx="20">
                  <c:v>3000</c:v>
                </c:pt>
                <c:pt idx="21">
                  <c:v>4000</c:v>
                </c:pt>
                <c:pt idx="22">
                  <c:v>5000</c:v>
                </c:pt>
                <c:pt idx="23">
                  <c:v>6000</c:v>
                </c:pt>
                <c:pt idx="24">
                  <c:v>7000</c:v>
                </c:pt>
                <c:pt idx="25">
                  <c:v>8000</c:v>
                </c:pt>
                <c:pt idx="26">
                  <c:v>9000</c:v>
                </c:pt>
                <c:pt idx="27">
                  <c:v>10000</c:v>
                </c:pt>
                <c:pt idx="28">
                  <c:v>20000</c:v>
                </c:pt>
                <c:pt idx="29">
                  <c:v>30000</c:v>
                </c:pt>
                <c:pt idx="30">
                  <c:v>40000</c:v>
                </c:pt>
                <c:pt idx="31">
                  <c:v>50000</c:v>
                </c:pt>
                <c:pt idx="32">
                  <c:v>60000</c:v>
                </c:pt>
                <c:pt idx="33">
                  <c:v>70000</c:v>
                </c:pt>
                <c:pt idx="34">
                  <c:v>80000</c:v>
                </c:pt>
                <c:pt idx="35">
                  <c:v>90000</c:v>
                </c:pt>
                <c:pt idx="36">
                  <c:v>100000</c:v>
                </c:pt>
                <c:pt idx="37">
                  <c:v>200000</c:v>
                </c:pt>
                <c:pt idx="38">
                  <c:v>300000</c:v>
                </c:pt>
                <c:pt idx="39">
                  <c:v>400000</c:v>
                </c:pt>
                <c:pt idx="40">
                  <c:v>500000</c:v>
                </c:pt>
                <c:pt idx="41">
                  <c:v>600000</c:v>
                </c:pt>
                <c:pt idx="42">
                  <c:v>700000</c:v>
                </c:pt>
                <c:pt idx="43">
                  <c:v>800000</c:v>
                </c:pt>
                <c:pt idx="44">
                  <c:v>900000</c:v>
                </c:pt>
                <c:pt idx="45">
                  <c:v>1000000</c:v>
                </c:pt>
                <c:pt idx="46">
                  <c:v>2000000</c:v>
                </c:pt>
                <c:pt idx="47">
                  <c:v>3000000</c:v>
                </c:pt>
                <c:pt idx="48">
                  <c:v>4000000</c:v>
                </c:pt>
                <c:pt idx="49">
                  <c:v>5000000</c:v>
                </c:pt>
                <c:pt idx="50">
                  <c:v>6000000</c:v>
                </c:pt>
                <c:pt idx="51">
                  <c:v>7000000</c:v>
                </c:pt>
                <c:pt idx="52">
                  <c:v>8000000</c:v>
                </c:pt>
                <c:pt idx="53">
                  <c:v>9000000</c:v>
                </c:pt>
                <c:pt idx="54">
                  <c:v>10000000</c:v>
                </c:pt>
                <c:pt idx="55">
                  <c:v>20000000</c:v>
                </c:pt>
                <c:pt idx="56">
                  <c:v>30000000</c:v>
                </c:pt>
                <c:pt idx="57">
                  <c:v>40000000</c:v>
                </c:pt>
                <c:pt idx="58">
                  <c:v>50000000</c:v>
                </c:pt>
                <c:pt idx="59">
                  <c:v>60000000</c:v>
                </c:pt>
                <c:pt idx="60">
                  <c:v>70000000</c:v>
                </c:pt>
                <c:pt idx="61">
                  <c:v>80000000</c:v>
                </c:pt>
                <c:pt idx="62">
                  <c:v>90000000</c:v>
                </c:pt>
                <c:pt idx="63">
                  <c:v>100000000</c:v>
                </c:pt>
              </c:numCache>
            </c:numRef>
          </c:xVal>
          <c:yVal>
            <c:numRef>
              <c:f>'Daniel''s Average'!$C$3:$C$66</c:f>
              <c:numCache>
                <c:formatCode>General</c:formatCode>
                <c:ptCount val="64"/>
                <c:pt idx="0">
                  <c:v>1.6666666999999999</c:v>
                </c:pt>
                <c:pt idx="1">
                  <c:v>1.8947368</c:v>
                </c:pt>
                <c:pt idx="2">
                  <c:v>2.0344828000000001</c:v>
                </c:pt>
                <c:pt idx="3">
                  <c:v>2.1538461999999998</c:v>
                </c:pt>
                <c:pt idx="4">
                  <c:v>2.2040815999999999</c:v>
                </c:pt>
                <c:pt idx="5">
                  <c:v>2.2542373000000002</c:v>
                </c:pt>
                <c:pt idx="6">
                  <c:v>2.3043477999999999</c:v>
                </c:pt>
                <c:pt idx="7">
                  <c:v>2.3417721999999999</c:v>
                </c:pt>
                <c:pt idx="8">
                  <c:v>2.3707864999999999</c:v>
                </c:pt>
                <c:pt idx="9">
                  <c:v>2.39</c:v>
                </c:pt>
                <c:pt idx="10">
                  <c:v>2.56</c:v>
                </c:pt>
                <c:pt idx="11">
                  <c:v>2.6533329999999999</c:v>
                </c:pt>
                <c:pt idx="12">
                  <c:v>2.7124999999999999</c:v>
                </c:pt>
                <c:pt idx="13">
                  <c:v>2.7519999999999998</c:v>
                </c:pt>
                <c:pt idx="14">
                  <c:v>2.7883330000000002</c:v>
                </c:pt>
                <c:pt idx="15">
                  <c:v>2.8128570000000002</c:v>
                </c:pt>
                <c:pt idx="16">
                  <c:v>2.8412500000000001</c:v>
                </c:pt>
                <c:pt idx="17">
                  <c:v>2.862222</c:v>
                </c:pt>
                <c:pt idx="18">
                  <c:v>2.8769999999999998</c:v>
                </c:pt>
                <c:pt idx="19">
                  <c:v>2.9855</c:v>
                </c:pt>
                <c:pt idx="20">
                  <c:v>3.044667</c:v>
                </c:pt>
                <c:pt idx="21">
                  <c:v>3.0840000000000001</c:v>
                </c:pt>
                <c:pt idx="22">
                  <c:v>3.1133999999999999</c:v>
                </c:pt>
                <c:pt idx="23">
                  <c:v>3.136333</c:v>
                </c:pt>
                <c:pt idx="24">
                  <c:v>3.1557140000000001</c:v>
                </c:pt>
                <c:pt idx="25">
                  <c:v>3.1720000000000002</c:v>
                </c:pt>
                <c:pt idx="26">
                  <c:v>3.1864439999999998</c:v>
                </c:pt>
                <c:pt idx="27">
                  <c:v>3.1985000000000001</c:v>
                </c:pt>
                <c:pt idx="28">
                  <c:v>3.2766500000000001</c:v>
                </c:pt>
                <c:pt idx="29">
                  <c:v>3.3193670000000002</c:v>
                </c:pt>
                <c:pt idx="30">
                  <c:v>3.3485999999999998</c:v>
                </c:pt>
                <c:pt idx="31">
                  <c:v>3.3706</c:v>
                </c:pt>
                <c:pt idx="32">
                  <c:v>3.3883329999999998</c:v>
                </c:pt>
                <c:pt idx="33">
                  <c:v>3.4030429999999998</c:v>
                </c:pt>
                <c:pt idx="34">
                  <c:v>3.4155500000000001</c:v>
                </c:pt>
                <c:pt idx="35">
                  <c:v>3.4264999999999999</c:v>
                </c:pt>
                <c:pt idx="36">
                  <c:v>3.43614</c:v>
                </c:pt>
                <c:pt idx="37">
                  <c:v>3.4974949999999998</c:v>
                </c:pt>
                <c:pt idx="38">
                  <c:v>3.5316700000000001</c:v>
                </c:pt>
                <c:pt idx="39">
                  <c:v>3.5551900000000001</c:v>
                </c:pt>
                <c:pt idx="40">
                  <c:v>3.5730620000000002</c:v>
                </c:pt>
                <c:pt idx="41">
                  <c:v>3.5874419999999998</c:v>
                </c:pt>
                <c:pt idx="42">
                  <c:v>3.5994169999999999</c:v>
                </c:pt>
                <c:pt idx="43">
                  <c:v>3.6096849999999998</c:v>
                </c:pt>
                <c:pt idx="44">
                  <c:v>3.6186560000000001</c:v>
                </c:pt>
                <c:pt idx="45">
                  <c:v>3.6266189999999998</c:v>
                </c:pt>
                <c:pt idx="46">
                  <c:v>3.6773920000000002</c:v>
                </c:pt>
                <c:pt idx="47">
                  <c:v>3.7059319999999998</c:v>
                </c:pt>
                <c:pt idx="48">
                  <c:v>3.725692</c:v>
                </c:pt>
                <c:pt idx="49">
                  <c:v>3.740748</c:v>
                </c:pt>
                <c:pt idx="50">
                  <c:v>3.7528890000000001</c:v>
                </c:pt>
                <c:pt idx="51">
                  <c:v>3.7630340000000002</c:v>
                </c:pt>
                <c:pt idx="52">
                  <c:v>3.771744</c:v>
                </c:pt>
                <c:pt idx="53">
                  <c:v>3.7793589999999999</c:v>
                </c:pt>
                <c:pt idx="54">
                  <c:v>3.7861250000000002</c:v>
                </c:pt>
                <c:pt idx="55">
                  <c:v>3.8295159999999999</c:v>
                </c:pt>
                <c:pt idx="56">
                  <c:v>3.8540459999999999</c:v>
                </c:pt>
                <c:pt idx="57">
                  <c:v>3.8710909999999998</c:v>
                </c:pt>
                <c:pt idx="58">
                  <c:v>3.8841139999999998</c:v>
                </c:pt>
                <c:pt idx="59">
                  <c:v>3.8946290000000001</c:v>
                </c:pt>
                <c:pt idx="60">
                  <c:v>3.9034339999999998</c:v>
                </c:pt>
                <c:pt idx="61">
                  <c:v>3.9109989999999999</c:v>
                </c:pt>
                <c:pt idx="62">
                  <c:v>3.917624</c:v>
                </c:pt>
                <c:pt idx="63">
                  <c:v>3.9235129999999998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86D-49ED-B954-3921C3F115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5865967"/>
        <c:axId val="645854447"/>
      </c:scatterChart>
      <c:valAx>
        <c:axId val="645865967"/>
        <c:scaling>
          <c:logBase val="10"/>
          <c:orientation val="minMax"/>
          <c:max val="100000000"/>
          <c:min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5854447"/>
        <c:crosses val="autoZero"/>
        <c:crossBetween val="midCat"/>
      </c:valAx>
      <c:valAx>
        <c:axId val="645854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58659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Overall average Daniel's Average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'Daniel''s Average'!$B$1:$B$2</c:f>
              <c:strCache>
                <c:ptCount val="2"/>
                <c:pt idx="0">
                  <c:v>Overall average</c:v>
                </c:pt>
                <c:pt idx="1">
                  <c:v>Daniel's Average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'Daniel''s Average'!$A$3:$A$21</c:f>
              <c:numCache>
                <c:formatCode>#,##0</c:formatCode>
                <c:ptCount val="19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200</c:v>
                </c:pt>
                <c:pt idx="11">
                  <c:v>300</c:v>
                </c:pt>
                <c:pt idx="12">
                  <c:v>400</c:v>
                </c:pt>
                <c:pt idx="13">
                  <c:v>500</c:v>
                </c:pt>
                <c:pt idx="14">
                  <c:v>600</c:v>
                </c:pt>
                <c:pt idx="15">
                  <c:v>700</c:v>
                </c:pt>
                <c:pt idx="16">
                  <c:v>800</c:v>
                </c:pt>
                <c:pt idx="17">
                  <c:v>900</c:v>
                </c:pt>
                <c:pt idx="18">
                  <c:v>1000</c:v>
                </c:pt>
              </c:numCache>
            </c:numRef>
          </c:xVal>
          <c:yVal>
            <c:numRef>
              <c:f>'Daniel''s Average'!$B$3:$B$21</c:f>
              <c:numCache>
                <c:formatCode>General</c:formatCode>
                <c:ptCount val="19"/>
                <c:pt idx="0">
                  <c:v>1.6666666999999999</c:v>
                </c:pt>
                <c:pt idx="1">
                  <c:v>1.8947368</c:v>
                </c:pt>
                <c:pt idx="2">
                  <c:v>2.0344828000000001</c:v>
                </c:pt>
                <c:pt idx="3">
                  <c:v>2.1538461999999998</c:v>
                </c:pt>
                <c:pt idx="4">
                  <c:v>2.2040815999999999</c:v>
                </c:pt>
                <c:pt idx="5">
                  <c:v>2.2542373000000002</c:v>
                </c:pt>
                <c:pt idx="6">
                  <c:v>2.3043477999999999</c:v>
                </c:pt>
                <c:pt idx="7">
                  <c:v>2.3417721999999999</c:v>
                </c:pt>
                <c:pt idx="8">
                  <c:v>2.3707864999999999</c:v>
                </c:pt>
                <c:pt idx="9">
                  <c:v>2.4141414000000001</c:v>
                </c:pt>
                <c:pt idx="10">
                  <c:v>2.5728643</c:v>
                </c:pt>
                <c:pt idx="11">
                  <c:v>2.6622073999999998</c:v>
                </c:pt>
                <c:pt idx="12">
                  <c:v>2.7192981999999999</c:v>
                </c:pt>
                <c:pt idx="13">
                  <c:v>2.7575150000000002</c:v>
                </c:pt>
                <c:pt idx="14">
                  <c:v>2.7929883000000002</c:v>
                </c:pt>
                <c:pt idx="15">
                  <c:v>2.8168812999999999</c:v>
                </c:pt>
                <c:pt idx="16">
                  <c:v>2.8448060000000002</c:v>
                </c:pt>
                <c:pt idx="17">
                  <c:v>2.8654060000000001</c:v>
                </c:pt>
                <c:pt idx="18">
                  <c:v>2.8798799000000002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040-456E-B833-70A8E57DA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98125695"/>
        <c:axId val="598124735"/>
      </c:scatterChart>
      <c:valAx>
        <c:axId val="598125695"/>
        <c:scaling>
          <c:orientation val="minMax"/>
          <c:max val="1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124735"/>
        <c:crosses val="autoZero"/>
        <c:crossBetween val="midCat"/>
      </c:valAx>
      <c:valAx>
        <c:axId val="598124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1256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D(n) vs.</a:t>
            </a:r>
            <a:r>
              <a:rPr lang="en-US" sz="1600" baseline="0"/>
              <a:t> </a:t>
            </a:r>
            <a:r>
              <a:rPr lang="en-US" sz="1600"/>
              <a:t>ln(n)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'Daniel''s Average'!$F$1:$F$2</c:f>
              <c:strCache>
                <c:ptCount val="2"/>
                <c:pt idx="1">
                  <c:v>ln(n)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'Daniel''s Average'!$F$3:$F$75</c:f>
              <c:numCache>
                <c:formatCode>#,##0.00000</c:formatCode>
                <c:ptCount val="73"/>
                <c:pt idx="0">
                  <c:v>2.3025850929940459</c:v>
                </c:pt>
                <c:pt idx="1">
                  <c:v>2.9957322735539909</c:v>
                </c:pt>
                <c:pt idx="2">
                  <c:v>3.4011973816621555</c:v>
                </c:pt>
                <c:pt idx="3">
                  <c:v>3.6888794541139363</c:v>
                </c:pt>
                <c:pt idx="4">
                  <c:v>3.912023005428146</c:v>
                </c:pt>
                <c:pt idx="5">
                  <c:v>4.0943445622221004</c:v>
                </c:pt>
                <c:pt idx="6">
                  <c:v>4.2484952420493594</c:v>
                </c:pt>
                <c:pt idx="7">
                  <c:v>4.3820266346738812</c:v>
                </c:pt>
                <c:pt idx="8">
                  <c:v>4.499809670330265</c:v>
                </c:pt>
                <c:pt idx="9">
                  <c:v>4.6051701859880918</c:v>
                </c:pt>
                <c:pt idx="10">
                  <c:v>5.2983173665480363</c:v>
                </c:pt>
                <c:pt idx="11">
                  <c:v>5.7037824746562009</c:v>
                </c:pt>
                <c:pt idx="12">
                  <c:v>5.9914645471079817</c:v>
                </c:pt>
                <c:pt idx="13">
                  <c:v>6.2146080984221914</c:v>
                </c:pt>
                <c:pt idx="14">
                  <c:v>6.3969296552161463</c:v>
                </c:pt>
                <c:pt idx="15">
                  <c:v>6.5510803350434044</c:v>
                </c:pt>
                <c:pt idx="16">
                  <c:v>6.6846117276679271</c:v>
                </c:pt>
                <c:pt idx="17">
                  <c:v>6.8023947633243109</c:v>
                </c:pt>
                <c:pt idx="18">
                  <c:v>6.9077552789821368</c:v>
                </c:pt>
                <c:pt idx="19">
                  <c:v>7.6009024595420822</c:v>
                </c:pt>
                <c:pt idx="20">
                  <c:v>8.0063675676502459</c:v>
                </c:pt>
                <c:pt idx="21">
                  <c:v>8.2940496401020276</c:v>
                </c:pt>
                <c:pt idx="22">
                  <c:v>8.5171931914162382</c:v>
                </c:pt>
                <c:pt idx="23">
                  <c:v>8.6995147482101913</c:v>
                </c:pt>
                <c:pt idx="24">
                  <c:v>8.8536654280374503</c:v>
                </c:pt>
                <c:pt idx="25">
                  <c:v>8.987196820661973</c:v>
                </c:pt>
                <c:pt idx="26">
                  <c:v>9.1049798563183568</c:v>
                </c:pt>
                <c:pt idx="27">
                  <c:v>9.2103403719761836</c:v>
                </c:pt>
                <c:pt idx="28">
                  <c:v>9.9034875525361272</c:v>
                </c:pt>
                <c:pt idx="29">
                  <c:v>10.308952660644293</c:v>
                </c:pt>
                <c:pt idx="30">
                  <c:v>10.596634733096073</c:v>
                </c:pt>
                <c:pt idx="31">
                  <c:v>10.819778284410283</c:v>
                </c:pt>
                <c:pt idx="32">
                  <c:v>11.002099841204238</c:v>
                </c:pt>
                <c:pt idx="33">
                  <c:v>11.156250521031495</c:v>
                </c:pt>
                <c:pt idx="34">
                  <c:v>11.289781913656018</c:v>
                </c:pt>
                <c:pt idx="35">
                  <c:v>11.407564949312402</c:v>
                </c:pt>
                <c:pt idx="36">
                  <c:v>11.512925464970229</c:v>
                </c:pt>
                <c:pt idx="37">
                  <c:v>12.206072645530174</c:v>
                </c:pt>
                <c:pt idx="38">
                  <c:v>12.611537753638338</c:v>
                </c:pt>
                <c:pt idx="39">
                  <c:v>12.899219826090119</c:v>
                </c:pt>
                <c:pt idx="40">
                  <c:v>13.122363377404328</c:v>
                </c:pt>
                <c:pt idx="41">
                  <c:v>13.304684934198283</c:v>
                </c:pt>
                <c:pt idx="42">
                  <c:v>13.458835614025542</c:v>
                </c:pt>
                <c:pt idx="43">
                  <c:v>13.592367006650065</c:v>
                </c:pt>
                <c:pt idx="44">
                  <c:v>13.710150042306449</c:v>
                </c:pt>
                <c:pt idx="45">
                  <c:v>13.815510557964274</c:v>
                </c:pt>
                <c:pt idx="46">
                  <c:v>14.508657738524219</c:v>
                </c:pt>
                <c:pt idx="47">
                  <c:v>14.914122846632385</c:v>
                </c:pt>
                <c:pt idx="48">
                  <c:v>15.201804919084164</c:v>
                </c:pt>
                <c:pt idx="49">
                  <c:v>15.424948470398375</c:v>
                </c:pt>
                <c:pt idx="50">
                  <c:v>15.60727002719233</c:v>
                </c:pt>
                <c:pt idx="51">
                  <c:v>15.761420707019587</c:v>
                </c:pt>
                <c:pt idx="52">
                  <c:v>15.89495209964411</c:v>
                </c:pt>
                <c:pt idx="53">
                  <c:v>16.012735135300492</c:v>
                </c:pt>
                <c:pt idx="54">
                  <c:v>16.11809565095832</c:v>
                </c:pt>
                <c:pt idx="55">
                  <c:v>16.811242831518264</c:v>
                </c:pt>
                <c:pt idx="56">
                  <c:v>17.216707939626428</c:v>
                </c:pt>
                <c:pt idx="57">
                  <c:v>17.504390012078211</c:v>
                </c:pt>
                <c:pt idx="58">
                  <c:v>17.72753356339242</c:v>
                </c:pt>
                <c:pt idx="59">
                  <c:v>17.909855120186375</c:v>
                </c:pt>
                <c:pt idx="60">
                  <c:v>18.064005800013632</c:v>
                </c:pt>
                <c:pt idx="61">
                  <c:v>18.197537192638155</c:v>
                </c:pt>
                <c:pt idx="62">
                  <c:v>18.315320228294539</c:v>
                </c:pt>
                <c:pt idx="63">
                  <c:v>18.420680743952367</c:v>
                </c:pt>
                <c:pt idx="64">
                  <c:v>19.113827924512311</c:v>
                </c:pt>
                <c:pt idx="65">
                  <c:v>19.519293032620475</c:v>
                </c:pt>
                <c:pt idx="66">
                  <c:v>19.806975105072254</c:v>
                </c:pt>
                <c:pt idx="67">
                  <c:v>20.030118656386467</c:v>
                </c:pt>
                <c:pt idx="68">
                  <c:v>20.212440213180422</c:v>
                </c:pt>
                <c:pt idx="69">
                  <c:v>20.366590893007679</c:v>
                </c:pt>
                <c:pt idx="70">
                  <c:v>20.500122285632202</c:v>
                </c:pt>
                <c:pt idx="71">
                  <c:v>20.617905321288585</c:v>
                </c:pt>
                <c:pt idx="72">
                  <c:v>20.72326583694641</c:v>
                </c:pt>
              </c:numCache>
            </c:numRef>
          </c:xVal>
          <c:yVal>
            <c:numRef>
              <c:f>'Daniel''s Average'!$C$3:$C$75</c:f>
              <c:numCache>
                <c:formatCode>General</c:formatCode>
                <c:ptCount val="73"/>
                <c:pt idx="0">
                  <c:v>1.6666666999999999</c:v>
                </c:pt>
                <c:pt idx="1">
                  <c:v>1.8947368</c:v>
                </c:pt>
                <c:pt idx="2">
                  <c:v>2.0344828000000001</c:v>
                </c:pt>
                <c:pt idx="3">
                  <c:v>2.1538461999999998</c:v>
                </c:pt>
                <c:pt idx="4">
                  <c:v>2.2040815999999999</c:v>
                </c:pt>
                <c:pt idx="5">
                  <c:v>2.2542373000000002</c:v>
                </c:pt>
                <c:pt idx="6">
                  <c:v>2.3043477999999999</c:v>
                </c:pt>
                <c:pt idx="7">
                  <c:v>2.3417721999999999</c:v>
                </c:pt>
                <c:pt idx="8">
                  <c:v>2.3707864999999999</c:v>
                </c:pt>
                <c:pt idx="9">
                  <c:v>2.39</c:v>
                </c:pt>
                <c:pt idx="10">
                  <c:v>2.56</c:v>
                </c:pt>
                <c:pt idx="11">
                  <c:v>2.6533329999999999</c:v>
                </c:pt>
                <c:pt idx="12">
                  <c:v>2.7124999999999999</c:v>
                </c:pt>
                <c:pt idx="13">
                  <c:v>2.7519999999999998</c:v>
                </c:pt>
                <c:pt idx="14">
                  <c:v>2.7883330000000002</c:v>
                </c:pt>
                <c:pt idx="15">
                  <c:v>2.8128570000000002</c:v>
                </c:pt>
                <c:pt idx="16">
                  <c:v>2.8412500000000001</c:v>
                </c:pt>
                <c:pt idx="17">
                  <c:v>2.862222</c:v>
                </c:pt>
                <c:pt idx="18">
                  <c:v>2.8769999999999998</c:v>
                </c:pt>
                <c:pt idx="19">
                  <c:v>2.9855</c:v>
                </c:pt>
                <c:pt idx="20">
                  <c:v>3.044667</c:v>
                </c:pt>
                <c:pt idx="21">
                  <c:v>3.0840000000000001</c:v>
                </c:pt>
                <c:pt idx="22">
                  <c:v>3.1133999999999999</c:v>
                </c:pt>
                <c:pt idx="23">
                  <c:v>3.136333</c:v>
                </c:pt>
                <c:pt idx="24">
                  <c:v>3.1557140000000001</c:v>
                </c:pt>
                <c:pt idx="25">
                  <c:v>3.1720000000000002</c:v>
                </c:pt>
                <c:pt idx="26">
                  <c:v>3.1864439999999998</c:v>
                </c:pt>
                <c:pt idx="27">
                  <c:v>3.1985000000000001</c:v>
                </c:pt>
                <c:pt idx="28">
                  <c:v>3.2766500000000001</c:v>
                </c:pt>
                <c:pt idx="29">
                  <c:v>3.3193670000000002</c:v>
                </c:pt>
                <c:pt idx="30">
                  <c:v>3.3485999999999998</c:v>
                </c:pt>
                <c:pt idx="31">
                  <c:v>3.3706</c:v>
                </c:pt>
                <c:pt idx="32">
                  <c:v>3.3883329999999998</c:v>
                </c:pt>
                <c:pt idx="33">
                  <c:v>3.4030429999999998</c:v>
                </c:pt>
                <c:pt idx="34">
                  <c:v>3.4155500000000001</c:v>
                </c:pt>
                <c:pt idx="35">
                  <c:v>3.4264999999999999</c:v>
                </c:pt>
                <c:pt idx="36">
                  <c:v>3.43614</c:v>
                </c:pt>
                <c:pt idx="37">
                  <c:v>3.4974949999999998</c:v>
                </c:pt>
                <c:pt idx="38">
                  <c:v>3.5316700000000001</c:v>
                </c:pt>
                <c:pt idx="39">
                  <c:v>3.5551900000000001</c:v>
                </c:pt>
                <c:pt idx="40">
                  <c:v>3.5730620000000002</c:v>
                </c:pt>
                <c:pt idx="41">
                  <c:v>3.5874419999999998</c:v>
                </c:pt>
                <c:pt idx="42">
                  <c:v>3.5994169999999999</c:v>
                </c:pt>
                <c:pt idx="43">
                  <c:v>3.6096849999999998</c:v>
                </c:pt>
                <c:pt idx="44">
                  <c:v>3.6186560000000001</c:v>
                </c:pt>
                <c:pt idx="45">
                  <c:v>3.6266189999999998</c:v>
                </c:pt>
                <c:pt idx="46">
                  <c:v>3.6773920000000002</c:v>
                </c:pt>
                <c:pt idx="47">
                  <c:v>3.7059319999999998</c:v>
                </c:pt>
                <c:pt idx="48">
                  <c:v>3.725692</c:v>
                </c:pt>
                <c:pt idx="49">
                  <c:v>3.740748</c:v>
                </c:pt>
                <c:pt idx="50">
                  <c:v>3.7528890000000001</c:v>
                </c:pt>
                <c:pt idx="51">
                  <c:v>3.7630340000000002</c:v>
                </c:pt>
                <c:pt idx="52">
                  <c:v>3.771744</c:v>
                </c:pt>
                <c:pt idx="53">
                  <c:v>3.7793589999999999</c:v>
                </c:pt>
                <c:pt idx="54">
                  <c:v>3.7861250000000002</c:v>
                </c:pt>
                <c:pt idx="55">
                  <c:v>3.8295159999999999</c:v>
                </c:pt>
                <c:pt idx="56">
                  <c:v>3.8540459999999999</c:v>
                </c:pt>
                <c:pt idx="57">
                  <c:v>3.8710909999999998</c:v>
                </c:pt>
                <c:pt idx="58">
                  <c:v>3.8841139999999998</c:v>
                </c:pt>
                <c:pt idx="59">
                  <c:v>3.8946290000000001</c:v>
                </c:pt>
                <c:pt idx="60">
                  <c:v>3.9034339999999998</c:v>
                </c:pt>
                <c:pt idx="61">
                  <c:v>3.9109989999999999</c:v>
                </c:pt>
                <c:pt idx="62">
                  <c:v>3.917624</c:v>
                </c:pt>
                <c:pt idx="63">
                  <c:v>3.9235129999999998</c:v>
                </c:pt>
                <c:pt idx="64">
                  <c:v>3.9614120000000002</c:v>
                </c:pt>
                <c:pt idx="65">
                  <c:v>3.9829310000000002</c:v>
                </c:pt>
                <c:pt idx="66">
                  <c:v>3.997922</c:v>
                </c:pt>
                <c:pt idx="67">
                  <c:v>4.0093959999999997</c:v>
                </c:pt>
                <c:pt idx="68">
                  <c:v>4.018675</c:v>
                </c:pt>
                <c:pt idx="69">
                  <c:v>4.0264530000000001</c:v>
                </c:pt>
                <c:pt idx="70">
                  <c:v>4.0331419999999998</c:v>
                </c:pt>
                <c:pt idx="71">
                  <c:v>4.0390050000000004</c:v>
                </c:pt>
                <c:pt idx="72">
                  <c:v>4.0442200000000001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E04-46ED-B92C-E0EA01017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3211888"/>
        <c:axId val="473203248"/>
      </c:scatterChart>
      <c:valAx>
        <c:axId val="4732118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ln(n)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203248"/>
        <c:crosses val="autoZero"/>
        <c:crossBetween val="midCat"/>
      </c:valAx>
      <c:valAx>
        <c:axId val="473203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D(n)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211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D(n) vs.</a:t>
            </a:r>
            <a:r>
              <a:rPr lang="en-US" sz="1600" baseline="0"/>
              <a:t> </a:t>
            </a:r>
            <a:r>
              <a:rPr lang="en-US" sz="1600"/>
              <a:t>ln(n)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'Daniel''s Average'!$F$1:$F$2</c:f>
              <c:strCache>
                <c:ptCount val="2"/>
                <c:pt idx="1">
                  <c:v>ln(n)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'Daniel''s Average'!$F$3:$F$75</c:f>
              <c:numCache>
                <c:formatCode>#,##0.00000</c:formatCode>
                <c:ptCount val="73"/>
                <c:pt idx="0">
                  <c:v>2.3025850929940459</c:v>
                </c:pt>
                <c:pt idx="1">
                  <c:v>2.9957322735539909</c:v>
                </c:pt>
                <c:pt idx="2">
                  <c:v>3.4011973816621555</c:v>
                </c:pt>
                <c:pt idx="3">
                  <c:v>3.6888794541139363</c:v>
                </c:pt>
                <c:pt idx="4">
                  <c:v>3.912023005428146</c:v>
                </c:pt>
                <c:pt idx="5">
                  <c:v>4.0943445622221004</c:v>
                </c:pt>
                <c:pt idx="6">
                  <c:v>4.2484952420493594</c:v>
                </c:pt>
                <c:pt idx="7">
                  <c:v>4.3820266346738812</c:v>
                </c:pt>
                <c:pt idx="8">
                  <c:v>4.499809670330265</c:v>
                </c:pt>
                <c:pt idx="9">
                  <c:v>4.6051701859880918</c:v>
                </c:pt>
                <c:pt idx="10">
                  <c:v>5.2983173665480363</c:v>
                </c:pt>
                <c:pt idx="11">
                  <c:v>5.7037824746562009</c:v>
                </c:pt>
                <c:pt idx="12">
                  <c:v>5.9914645471079817</c:v>
                </c:pt>
                <c:pt idx="13">
                  <c:v>6.2146080984221914</c:v>
                </c:pt>
                <c:pt idx="14">
                  <c:v>6.3969296552161463</c:v>
                </c:pt>
                <c:pt idx="15">
                  <c:v>6.5510803350434044</c:v>
                </c:pt>
                <c:pt idx="16">
                  <c:v>6.6846117276679271</c:v>
                </c:pt>
                <c:pt idx="17">
                  <c:v>6.8023947633243109</c:v>
                </c:pt>
                <c:pt idx="18">
                  <c:v>6.9077552789821368</c:v>
                </c:pt>
                <c:pt idx="19">
                  <c:v>7.6009024595420822</c:v>
                </c:pt>
                <c:pt idx="20">
                  <c:v>8.0063675676502459</c:v>
                </c:pt>
                <c:pt idx="21">
                  <c:v>8.2940496401020276</c:v>
                </c:pt>
                <c:pt idx="22">
                  <c:v>8.5171931914162382</c:v>
                </c:pt>
                <c:pt idx="23">
                  <c:v>8.6995147482101913</c:v>
                </c:pt>
                <c:pt idx="24">
                  <c:v>8.8536654280374503</c:v>
                </c:pt>
                <c:pt idx="25">
                  <c:v>8.987196820661973</c:v>
                </c:pt>
                <c:pt idx="26">
                  <c:v>9.1049798563183568</c:v>
                </c:pt>
                <c:pt idx="27">
                  <c:v>9.2103403719761836</c:v>
                </c:pt>
                <c:pt idx="28">
                  <c:v>9.9034875525361272</c:v>
                </c:pt>
                <c:pt idx="29">
                  <c:v>10.308952660644293</c:v>
                </c:pt>
                <c:pt idx="30">
                  <c:v>10.596634733096073</c:v>
                </c:pt>
                <c:pt idx="31">
                  <c:v>10.819778284410283</c:v>
                </c:pt>
                <c:pt idx="32">
                  <c:v>11.002099841204238</c:v>
                </c:pt>
                <c:pt idx="33">
                  <c:v>11.156250521031495</c:v>
                </c:pt>
                <c:pt idx="34">
                  <c:v>11.289781913656018</c:v>
                </c:pt>
                <c:pt idx="35">
                  <c:v>11.407564949312402</c:v>
                </c:pt>
                <c:pt idx="36">
                  <c:v>11.512925464970229</c:v>
                </c:pt>
                <c:pt idx="37">
                  <c:v>12.206072645530174</c:v>
                </c:pt>
                <c:pt idx="38">
                  <c:v>12.611537753638338</c:v>
                </c:pt>
                <c:pt idx="39">
                  <c:v>12.899219826090119</c:v>
                </c:pt>
                <c:pt idx="40">
                  <c:v>13.122363377404328</c:v>
                </c:pt>
                <c:pt idx="41">
                  <c:v>13.304684934198283</c:v>
                </c:pt>
                <c:pt idx="42">
                  <c:v>13.458835614025542</c:v>
                </c:pt>
                <c:pt idx="43">
                  <c:v>13.592367006650065</c:v>
                </c:pt>
                <c:pt idx="44">
                  <c:v>13.710150042306449</c:v>
                </c:pt>
                <c:pt idx="45">
                  <c:v>13.815510557964274</c:v>
                </c:pt>
                <c:pt idx="46">
                  <c:v>14.508657738524219</c:v>
                </c:pt>
                <c:pt idx="47">
                  <c:v>14.914122846632385</c:v>
                </c:pt>
                <c:pt idx="48">
                  <c:v>15.201804919084164</c:v>
                </c:pt>
                <c:pt idx="49">
                  <c:v>15.424948470398375</c:v>
                </c:pt>
                <c:pt idx="50">
                  <c:v>15.60727002719233</c:v>
                </c:pt>
                <c:pt idx="51">
                  <c:v>15.761420707019587</c:v>
                </c:pt>
                <c:pt idx="52">
                  <c:v>15.89495209964411</c:v>
                </c:pt>
                <c:pt idx="53">
                  <c:v>16.012735135300492</c:v>
                </c:pt>
                <c:pt idx="54">
                  <c:v>16.11809565095832</c:v>
                </c:pt>
                <c:pt idx="55">
                  <c:v>16.811242831518264</c:v>
                </c:pt>
                <c:pt idx="56">
                  <c:v>17.216707939626428</c:v>
                </c:pt>
                <c:pt idx="57">
                  <c:v>17.504390012078211</c:v>
                </c:pt>
                <c:pt idx="58">
                  <c:v>17.72753356339242</c:v>
                </c:pt>
                <c:pt idx="59">
                  <c:v>17.909855120186375</c:v>
                </c:pt>
                <c:pt idx="60">
                  <c:v>18.064005800013632</c:v>
                </c:pt>
                <c:pt idx="61">
                  <c:v>18.197537192638155</c:v>
                </c:pt>
                <c:pt idx="62">
                  <c:v>18.315320228294539</c:v>
                </c:pt>
                <c:pt idx="63">
                  <c:v>18.420680743952367</c:v>
                </c:pt>
                <c:pt idx="64">
                  <c:v>19.113827924512311</c:v>
                </c:pt>
                <c:pt idx="65">
                  <c:v>19.519293032620475</c:v>
                </c:pt>
                <c:pt idx="66">
                  <c:v>19.806975105072254</c:v>
                </c:pt>
                <c:pt idx="67">
                  <c:v>20.030118656386467</c:v>
                </c:pt>
                <c:pt idx="68">
                  <c:v>20.212440213180422</c:v>
                </c:pt>
                <c:pt idx="69">
                  <c:v>20.366590893007679</c:v>
                </c:pt>
                <c:pt idx="70">
                  <c:v>20.500122285632202</c:v>
                </c:pt>
                <c:pt idx="71">
                  <c:v>20.617905321288585</c:v>
                </c:pt>
                <c:pt idx="72">
                  <c:v>20.72326583694641</c:v>
                </c:pt>
              </c:numCache>
            </c:numRef>
          </c:xVal>
          <c:yVal>
            <c:numRef>
              <c:f>'Daniel''s Average'!$C$3:$C$75</c:f>
              <c:numCache>
                <c:formatCode>General</c:formatCode>
                <c:ptCount val="73"/>
                <c:pt idx="0">
                  <c:v>1.6666666999999999</c:v>
                </c:pt>
                <c:pt idx="1">
                  <c:v>1.8947368</c:v>
                </c:pt>
                <c:pt idx="2">
                  <c:v>2.0344828000000001</c:v>
                </c:pt>
                <c:pt idx="3">
                  <c:v>2.1538461999999998</c:v>
                </c:pt>
                <c:pt idx="4">
                  <c:v>2.2040815999999999</c:v>
                </c:pt>
                <c:pt idx="5">
                  <c:v>2.2542373000000002</c:v>
                </c:pt>
                <c:pt idx="6">
                  <c:v>2.3043477999999999</c:v>
                </c:pt>
                <c:pt idx="7">
                  <c:v>2.3417721999999999</c:v>
                </c:pt>
                <c:pt idx="8">
                  <c:v>2.3707864999999999</c:v>
                </c:pt>
                <c:pt idx="9">
                  <c:v>2.39</c:v>
                </c:pt>
                <c:pt idx="10">
                  <c:v>2.56</c:v>
                </c:pt>
                <c:pt idx="11">
                  <c:v>2.6533329999999999</c:v>
                </c:pt>
                <c:pt idx="12">
                  <c:v>2.7124999999999999</c:v>
                </c:pt>
                <c:pt idx="13">
                  <c:v>2.7519999999999998</c:v>
                </c:pt>
                <c:pt idx="14">
                  <c:v>2.7883330000000002</c:v>
                </c:pt>
                <c:pt idx="15">
                  <c:v>2.8128570000000002</c:v>
                </c:pt>
                <c:pt idx="16">
                  <c:v>2.8412500000000001</c:v>
                </c:pt>
                <c:pt idx="17">
                  <c:v>2.862222</c:v>
                </c:pt>
                <c:pt idx="18">
                  <c:v>2.8769999999999998</c:v>
                </c:pt>
                <c:pt idx="19">
                  <c:v>2.9855</c:v>
                </c:pt>
                <c:pt idx="20">
                  <c:v>3.044667</c:v>
                </c:pt>
                <c:pt idx="21">
                  <c:v>3.0840000000000001</c:v>
                </c:pt>
                <c:pt idx="22">
                  <c:v>3.1133999999999999</c:v>
                </c:pt>
                <c:pt idx="23">
                  <c:v>3.136333</c:v>
                </c:pt>
                <c:pt idx="24">
                  <c:v>3.1557140000000001</c:v>
                </c:pt>
                <c:pt idx="25">
                  <c:v>3.1720000000000002</c:v>
                </c:pt>
                <c:pt idx="26">
                  <c:v>3.1864439999999998</c:v>
                </c:pt>
                <c:pt idx="27">
                  <c:v>3.1985000000000001</c:v>
                </c:pt>
                <c:pt idx="28">
                  <c:v>3.2766500000000001</c:v>
                </c:pt>
                <c:pt idx="29">
                  <c:v>3.3193670000000002</c:v>
                </c:pt>
                <c:pt idx="30">
                  <c:v>3.3485999999999998</c:v>
                </c:pt>
                <c:pt idx="31">
                  <c:v>3.3706</c:v>
                </c:pt>
                <c:pt idx="32">
                  <c:v>3.3883329999999998</c:v>
                </c:pt>
                <c:pt idx="33">
                  <c:v>3.4030429999999998</c:v>
                </c:pt>
                <c:pt idx="34">
                  <c:v>3.4155500000000001</c:v>
                </c:pt>
                <c:pt idx="35">
                  <c:v>3.4264999999999999</c:v>
                </c:pt>
                <c:pt idx="36">
                  <c:v>3.43614</c:v>
                </c:pt>
                <c:pt idx="37">
                  <c:v>3.4974949999999998</c:v>
                </c:pt>
                <c:pt idx="38">
                  <c:v>3.5316700000000001</c:v>
                </c:pt>
                <c:pt idx="39">
                  <c:v>3.5551900000000001</c:v>
                </c:pt>
                <c:pt idx="40">
                  <c:v>3.5730620000000002</c:v>
                </c:pt>
                <c:pt idx="41">
                  <c:v>3.5874419999999998</c:v>
                </c:pt>
                <c:pt idx="42">
                  <c:v>3.5994169999999999</c:v>
                </c:pt>
                <c:pt idx="43">
                  <c:v>3.6096849999999998</c:v>
                </c:pt>
                <c:pt idx="44">
                  <c:v>3.6186560000000001</c:v>
                </c:pt>
                <c:pt idx="45">
                  <c:v>3.6266189999999998</c:v>
                </c:pt>
                <c:pt idx="46">
                  <c:v>3.6773920000000002</c:v>
                </c:pt>
                <c:pt idx="47">
                  <c:v>3.7059319999999998</c:v>
                </c:pt>
                <c:pt idx="48">
                  <c:v>3.725692</c:v>
                </c:pt>
                <c:pt idx="49">
                  <c:v>3.740748</c:v>
                </c:pt>
                <c:pt idx="50">
                  <c:v>3.7528890000000001</c:v>
                </c:pt>
                <c:pt idx="51">
                  <c:v>3.7630340000000002</c:v>
                </c:pt>
                <c:pt idx="52">
                  <c:v>3.771744</c:v>
                </c:pt>
                <c:pt idx="53">
                  <c:v>3.7793589999999999</c:v>
                </c:pt>
                <c:pt idx="54">
                  <c:v>3.7861250000000002</c:v>
                </c:pt>
                <c:pt idx="55">
                  <c:v>3.8295159999999999</c:v>
                </c:pt>
                <c:pt idx="56">
                  <c:v>3.8540459999999999</c:v>
                </c:pt>
                <c:pt idx="57">
                  <c:v>3.8710909999999998</c:v>
                </c:pt>
                <c:pt idx="58">
                  <c:v>3.8841139999999998</c:v>
                </c:pt>
                <c:pt idx="59">
                  <c:v>3.8946290000000001</c:v>
                </c:pt>
                <c:pt idx="60">
                  <c:v>3.9034339999999998</c:v>
                </c:pt>
                <c:pt idx="61">
                  <c:v>3.9109989999999999</c:v>
                </c:pt>
                <c:pt idx="62">
                  <c:v>3.917624</c:v>
                </c:pt>
                <c:pt idx="63">
                  <c:v>3.9235129999999998</c:v>
                </c:pt>
                <c:pt idx="64">
                  <c:v>3.9614120000000002</c:v>
                </c:pt>
                <c:pt idx="65">
                  <c:v>3.9829310000000002</c:v>
                </c:pt>
                <c:pt idx="66">
                  <c:v>3.997922</c:v>
                </c:pt>
                <c:pt idx="67">
                  <c:v>4.0093959999999997</c:v>
                </c:pt>
                <c:pt idx="68">
                  <c:v>4.018675</c:v>
                </c:pt>
                <c:pt idx="69">
                  <c:v>4.0264530000000001</c:v>
                </c:pt>
                <c:pt idx="70">
                  <c:v>4.0331419999999998</c:v>
                </c:pt>
                <c:pt idx="71">
                  <c:v>4.0390050000000004</c:v>
                </c:pt>
                <c:pt idx="72">
                  <c:v>4.0442200000000001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E04-46ED-B92C-E0EA01017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3211888"/>
        <c:axId val="473203248"/>
      </c:scatterChart>
      <c:valAx>
        <c:axId val="4732118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ln(n)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203248"/>
        <c:crosses val="autoZero"/>
        <c:crossBetween val="midCat"/>
      </c:valAx>
      <c:valAx>
        <c:axId val="473203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D(n)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211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D(n) vs.</a:t>
            </a:r>
            <a:r>
              <a:rPr lang="en-US" sz="1600" baseline="0"/>
              <a:t> </a:t>
            </a:r>
            <a:r>
              <a:rPr lang="en-US" sz="1600"/>
              <a:t>ln(ln(n))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'Daniel''s Average'!$F$1:$F$2</c:f>
              <c:strCache>
                <c:ptCount val="2"/>
                <c:pt idx="1">
                  <c:v>ln(n)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'Daniel''s Average'!$G$3:$G$75</c:f>
              <c:numCache>
                <c:formatCode>#,##0.00000</c:formatCode>
                <c:ptCount val="73"/>
                <c:pt idx="0">
                  <c:v>0.83403244524795594</c:v>
                </c:pt>
                <c:pt idx="1">
                  <c:v>1.0971887003649488</c:v>
                </c:pt>
                <c:pt idx="2">
                  <c:v>1.2241275407015419</c:v>
                </c:pt>
                <c:pt idx="3">
                  <c:v>1.3053227409632366</c:v>
                </c:pt>
                <c:pt idx="4">
                  <c:v>1.3640546328884455</c:v>
                </c:pt>
                <c:pt idx="5">
                  <c:v>1.4096066464289525</c:v>
                </c:pt>
                <c:pt idx="6">
                  <c:v>1.4465648595477707</c:v>
                </c:pt>
                <c:pt idx="7">
                  <c:v>1.4775113193551406</c:v>
                </c:pt>
                <c:pt idx="8">
                  <c:v>1.5040351003996315</c:v>
                </c:pt>
                <c:pt idx="9">
                  <c:v>1.5271796258079011</c:v>
                </c:pt>
                <c:pt idx="10">
                  <c:v>1.6673892921414593</c:v>
                </c:pt>
                <c:pt idx="11">
                  <c:v>1.7411295468056076</c:v>
                </c:pt>
                <c:pt idx="12">
                  <c:v>1.7903358809248939</c:v>
                </c:pt>
                <c:pt idx="13">
                  <c:v>1.8269026656007323</c:v>
                </c:pt>
                <c:pt idx="14">
                  <c:v>1.8558181338804391</c:v>
                </c:pt>
                <c:pt idx="15">
                  <c:v>1.8796299726944552</c:v>
                </c:pt>
                <c:pt idx="16">
                  <c:v>1.8998081277404202</c:v>
                </c:pt>
                <c:pt idx="17">
                  <c:v>1.9172747212614871</c:v>
                </c:pt>
                <c:pt idx="18">
                  <c:v>1.9326447339160655</c:v>
                </c:pt>
                <c:pt idx="19">
                  <c:v>2.0282669849192843</c:v>
                </c:pt>
                <c:pt idx="20">
                  <c:v>2.0802371710391188</c:v>
                </c:pt>
                <c:pt idx="21">
                  <c:v>2.1155383468680138</c:v>
                </c:pt>
                <c:pt idx="22">
                  <c:v>2.1420868489375264</c:v>
                </c:pt>
                <c:pt idx="23">
                  <c:v>2.1632672480372013</c:v>
                </c:pt>
                <c:pt idx="24">
                  <c:v>2.1808315459336161</c:v>
                </c:pt>
                <c:pt idx="25">
                  <c:v>2.1958009890330583</c:v>
                </c:pt>
                <c:pt idx="26">
                  <c:v>2.2088215008013257</c:v>
                </c:pt>
                <c:pt idx="27">
                  <c:v>2.2203268063678463</c:v>
                </c:pt>
                <c:pt idx="28">
                  <c:v>2.2928869731391588</c:v>
                </c:pt>
                <c:pt idx="29">
                  <c:v>2.3330127080622156</c:v>
                </c:pt>
                <c:pt idx="30">
                  <c:v>2.3605364727014044</c:v>
                </c:pt>
                <c:pt idx="31">
                  <c:v>2.381375781933921</c:v>
                </c:pt>
                <c:pt idx="32">
                  <c:v>2.398086149235235</c:v>
                </c:pt>
                <c:pt idx="33">
                  <c:v>2.4119999256830145</c:v>
                </c:pt>
                <c:pt idx="34">
                  <c:v>2.4238980612040533</c:v>
                </c:pt>
                <c:pt idx="35">
                  <c:v>2.4342767273655532</c:v>
                </c:pt>
                <c:pt idx="36">
                  <c:v>2.443470357682056</c:v>
                </c:pt>
                <c:pt idx="37">
                  <c:v>2.5019335857292173</c:v>
                </c:pt>
                <c:pt idx="38">
                  <c:v>2.5346120896979718</c:v>
                </c:pt>
                <c:pt idx="39">
                  <c:v>2.5571668309410573</c:v>
                </c:pt>
                <c:pt idx="40">
                  <c:v>2.5743179027663876</c:v>
                </c:pt>
                <c:pt idx="41">
                  <c:v>2.5881162238935986</c:v>
                </c:pt>
                <c:pt idx="42">
                  <c:v>2.5996358133442783</c:v>
                </c:pt>
                <c:pt idx="43">
                  <c:v>2.6095083856715187</c:v>
                </c:pt>
                <c:pt idx="44">
                  <c:v>2.6181364375191847</c:v>
                </c:pt>
                <c:pt idx="45">
                  <c:v>2.6257919144760109</c:v>
                </c:pt>
                <c:pt idx="46">
                  <c:v>2.6747455566574194</c:v>
                </c:pt>
                <c:pt idx="47">
                  <c:v>2.7023086060886436</c:v>
                </c:pt>
                <c:pt idx="48">
                  <c:v>2.7214141654792292</c:v>
                </c:pt>
                <c:pt idx="49">
                  <c:v>2.7359862291309849</c:v>
                </c:pt>
                <c:pt idx="50">
                  <c:v>2.7477368330825795</c:v>
                </c:pt>
                <c:pt idx="51">
                  <c:v>2.7575652267512836</c:v>
                </c:pt>
                <c:pt idx="52">
                  <c:v>2.766001580809569</c:v>
                </c:pt>
                <c:pt idx="53">
                  <c:v>2.7733843515990642</c:v>
                </c:pt>
                <c:pt idx="54">
                  <c:v>2.779942594303269</c:v>
                </c:pt>
                <c:pt idx="55">
                  <c:v>2.8220478787457317</c:v>
                </c:pt>
                <c:pt idx="56">
                  <c:v>2.8458803041624146</c:v>
                </c:pt>
                <c:pt idx="57">
                  <c:v>2.8624517073029438</c:v>
                </c:pt>
                <c:pt idx="58">
                  <c:v>2.8751189994895219</c:v>
                </c:pt>
                <c:pt idx="59">
                  <c:v>2.8853511267147409</c:v>
                </c:pt>
                <c:pt idx="60">
                  <c:v>2.8939213284886116</c:v>
                </c:pt>
                <c:pt idx="61">
                  <c:v>2.9012862658404805</c:v>
                </c:pt>
                <c:pt idx="62">
                  <c:v>2.9077378805602923</c:v>
                </c:pt>
                <c:pt idx="63">
                  <c:v>2.9134739869277917</c:v>
                </c:pt>
                <c:pt idx="64">
                  <c:v>2.9504120482143836</c:v>
                </c:pt>
                <c:pt idx="65">
                  <c:v>2.9714033627379095</c:v>
                </c:pt>
                <c:pt idx="66">
                  <c:v>2.9860341536991037</c:v>
                </c:pt>
                <c:pt idx="67">
                  <c:v>2.9972370735936038</c:v>
                </c:pt>
                <c:pt idx="68">
                  <c:v>3.006298266985699</c:v>
                </c:pt>
                <c:pt idx="69">
                  <c:v>3.0138958570282641</c:v>
                </c:pt>
                <c:pt idx="70">
                  <c:v>3.0204308512793614</c:v>
                </c:pt>
                <c:pt idx="71">
                  <c:v>3.026159888622161</c:v>
                </c:pt>
                <c:pt idx="72">
                  <c:v>3.0312570225841751</c:v>
                </c:pt>
              </c:numCache>
            </c:numRef>
          </c:xVal>
          <c:yVal>
            <c:numRef>
              <c:f>'Daniel''s Average'!$C$3:$C$75</c:f>
              <c:numCache>
                <c:formatCode>General</c:formatCode>
                <c:ptCount val="73"/>
                <c:pt idx="0">
                  <c:v>1.6666666999999999</c:v>
                </c:pt>
                <c:pt idx="1">
                  <c:v>1.8947368</c:v>
                </c:pt>
                <c:pt idx="2">
                  <c:v>2.0344828000000001</c:v>
                </c:pt>
                <c:pt idx="3">
                  <c:v>2.1538461999999998</c:v>
                </c:pt>
                <c:pt idx="4">
                  <c:v>2.2040815999999999</c:v>
                </c:pt>
                <c:pt idx="5">
                  <c:v>2.2542373000000002</c:v>
                </c:pt>
                <c:pt idx="6">
                  <c:v>2.3043477999999999</c:v>
                </c:pt>
                <c:pt idx="7">
                  <c:v>2.3417721999999999</c:v>
                </c:pt>
                <c:pt idx="8">
                  <c:v>2.3707864999999999</c:v>
                </c:pt>
                <c:pt idx="9">
                  <c:v>2.39</c:v>
                </c:pt>
                <c:pt idx="10">
                  <c:v>2.56</c:v>
                </c:pt>
                <c:pt idx="11">
                  <c:v>2.6533329999999999</c:v>
                </c:pt>
                <c:pt idx="12">
                  <c:v>2.7124999999999999</c:v>
                </c:pt>
                <c:pt idx="13">
                  <c:v>2.7519999999999998</c:v>
                </c:pt>
                <c:pt idx="14">
                  <c:v>2.7883330000000002</c:v>
                </c:pt>
                <c:pt idx="15">
                  <c:v>2.8128570000000002</c:v>
                </c:pt>
                <c:pt idx="16">
                  <c:v>2.8412500000000001</c:v>
                </c:pt>
                <c:pt idx="17">
                  <c:v>2.862222</c:v>
                </c:pt>
                <c:pt idx="18">
                  <c:v>2.8769999999999998</c:v>
                </c:pt>
                <c:pt idx="19">
                  <c:v>2.9855</c:v>
                </c:pt>
                <c:pt idx="20">
                  <c:v>3.044667</c:v>
                </c:pt>
                <c:pt idx="21">
                  <c:v>3.0840000000000001</c:v>
                </c:pt>
                <c:pt idx="22">
                  <c:v>3.1133999999999999</c:v>
                </c:pt>
                <c:pt idx="23">
                  <c:v>3.136333</c:v>
                </c:pt>
                <c:pt idx="24">
                  <c:v>3.1557140000000001</c:v>
                </c:pt>
                <c:pt idx="25">
                  <c:v>3.1720000000000002</c:v>
                </c:pt>
                <c:pt idx="26">
                  <c:v>3.1864439999999998</c:v>
                </c:pt>
                <c:pt idx="27">
                  <c:v>3.1985000000000001</c:v>
                </c:pt>
                <c:pt idx="28">
                  <c:v>3.2766500000000001</c:v>
                </c:pt>
                <c:pt idx="29">
                  <c:v>3.3193670000000002</c:v>
                </c:pt>
                <c:pt idx="30">
                  <c:v>3.3485999999999998</c:v>
                </c:pt>
                <c:pt idx="31">
                  <c:v>3.3706</c:v>
                </c:pt>
                <c:pt idx="32">
                  <c:v>3.3883329999999998</c:v>
                </c:pt>
                <c:pt idx="33">
                  <c:v>3.4030429999999998</c:v>
                </c:pt>
                <c:pt idx="34">
                  <c:v>3.4155500000000001</c:v>
                </c:pt>
                <c:pt idx="35">
                  <c:v>3.4264999999999999</c:v>
                </c:pt>
                <c:pt idx="36">
                  <c:v>3.43614</c:v>
                </c:pt>
                <c:pt idx="37">
                  <c:v>3.4974949999999998</c:v>
                </c:pt>
                <c:pt idx="38">
                  <c:v>3.5316700000000001</c:v>
                </c:pt>
                <c:pt idx="39">
                  <c:v>3.5551900000000001</c:v>
                </c:pt>
                <c:pt idx="40">
                  <c:v>3.5730620000000002</c:v>
                </c:pt>
                <c:pt idx="41">
                  <c:v>3.5874419999999998</c:v>
                </c:pt>
                <c:pt idx="42">
                  <c:v>3.5994169999999999</c:v>
                </c:pt>
                <c:pt idx="43">
                  <c:v>3.6096849999999998</c:v>
                </c:pt>
                <c:pt idx="44">
                  <c:v>3.6186560000000001</c:v>
                </c:pt>
                <c:pt idx="45">
                  <c:v>3.6266189999999998</c:v>
                </c:pt>
                <c:pt idx="46">
                  <c:v>3.6773920000000002</c:v>
                </c:pt>
                <c:pt idx="47">
                  <c:v>3.7059319999999998</c:v>
                </c:pt>
                <c:pt idx="48">
                  <c:v>3.725692</c:v>
                </c:pt>
                <c:pt idx="49">
                  <c:v>3.740748</c:v>
                </c:pt>
                <c:pt idx="50">
                  <c:v>3.7528890000000001</c:v>
                </c:pt>
                <c:pt idx="51">
                  <c:v>3.7630340000000002</c:v>
                </c:pt>
                <c:pt idx="52">
                  <c:v>3.771744</c:v>
                </c:pt>
                <c:pt idx="53">
                  <c:v>3.7793589999999999</c:v>
                </c:pt>
                <c:pt idx="54">
                  <c:v>3.7861250000000002</c:v>
                </c:pt>
                <c:pt idx="55">
                  <c:v>3.8295159999999999</c:v>
                </c:pt>
                <c:pt idx="56">
                  <c:v>3.8540459999999999</c:v>
                </c:pt>
                <c:pt idx="57">
                  <c:v>3.8710909999999998</c:v>
                </c:pt>
                <c:pt idx="58">
                  <c:v>3.8841139999999998</c:v>
                </c:pt>
                <c:pt idx="59">
                  <c:v>3.8946290000000001</c:v>
                </c:pt>
                <c:pt idx="60">
                  <c:v>3.9034339999999998</c:v>
                </c:pt>
                <c:pt idx="61">
                  <c:v>3.9109989999999999</c:v>
                </c:pt>
                <c:pt idx="62">
                  <c:v>3.917624</c:v>
                </c:pt>
                <c:pt idx="63">
                  <c:v>3.9235129999999998</c:v>
                </c:pt>
                <c:pt idx="64">
                  <c:v>3.9614120000000002</c:v>
                </c:pt>
                <c:pt idx="65">
                  <c:v>3.9829310000000002</c:v>
                </c:pt>
                <c:pt idx="66">
                  <c:v>3.997922</c:v>
                </c:pt>
                <c:pt idx="67">
                  <c:v>4.0093959999999997</c:v>
                </c:pt>
                <c:pt idx="68">
                  <c:v>4.018675</c:v>
                </c:pt>
                <c:pt idx="69">
                  <c:v>4.0264530000000001</c:v>
                </c:pt>
                <c:pt idx="70">
                  <c:v>4.0331419999999998</c:v>
                </c:pt>
                <c:pt idx="71">
                  <c:v>4.0390050000000004</c:v>
                </c:pt>
                <c:pt idx="72">
                  <c:v>4.0442200000000001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F4E-4B0B-A27C-28A5B0365A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3211888"/>
        <c:axId val="473203248"/>
      </c:scatterChart>
      <c:valAx>
        <c:axId val="4732118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ln(ln(n))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203248"/>
        <c:crosses val="autoZero"/>
        <c:crossBetween val="midCat"/>
      </c:valAx>
      <c:valAx>
        <c:axId val="473203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D(n)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211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Frequency</a:t>
            </a:r>
            <a:r>
              <a:rPr lang="en-US" baseline="0"/>
              <a:t> of k-factor numbers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Distributions!$A$3:$A$66</c:f>
              <c:numCache>
                <c:formatCode>#,##0</c:formatCode>
                <c:ptCount val="6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  <c:pt idx="55">
                  <c:v>200000000</c:v>
                </c:pt>
                <c:pt idx="56">
                  <c:v>300000000</c:v>
                </c:pt>
                <c:pt idx="57">
                  <c:v>400000000</c:v>
                </c:pt>
                <c:pt idx="58">
                  <c:v>500000000</c:v>
                </c:pt>
                <c:pt idx="59">
                  <c:v>600000000</c:v>
                </c:pt>
                <c:pt idx="60">
                  <c:v>700000000</c:v>
                </c:pt>
                <c:pt idx="61">
                  <c:v>800000000</c:v>
                </c:pt>
                <c:pt idx="62">
                  <c:v>900000000</c:v>
                </c:pt>
                <c:pt idx="63">
                  <c:v>1000000000</c:v>
                </c:pt>
              </c:numCache>
            </c:numRef>
          </c:xVal>
          <c:yVal>
            <c:numRef>
              <c:f>Distributions!$C$3:$C$66</c:f>
              <c:numCache>
                <c:formatCode>General</c:formatCode>
                <c:ptCount val="64"/>
                <c:pt idx="0">
                  <c:v>0.25252525252525254</c:v>
                </c:pt>
                <c:pt idx="1">
                  <c:v>0.23115577889447236</c:v>
                </c:pt>
                <c:pt idx="2">
                  <c:v>0.20735785953177258</c:v>
                </c:pt>
                <c:pt idx="3">
                  <c:v>0.19548872180451127</c:v>
                </c:pt>
                <c:pt idx="4">
                  <c:v>0.19038076152304609</c:v>
                </c:pt>
                <c:pt idx="5">
                  <c:v>0.18196994991652754</c:v>
                </c:pt>
                <c:pt idx="6">
                  <c:v>0.17882689556509299</c:v>
                </c:pt>
                <c:pt idx="7">
                  <c:v>0.17396745932415519</c:v>
                </c:pt>
                <c:pt idx="8">
                  <c:v>0.17130144605116795</c:v>
                </c:pt>
                <c:pt idx="9">
                  <c:v>0.16816816816816818</c:v>
                </c:pt>
                <c:pt idx="10">
                  <c:v>0.15157578789394696</c:v>
                </c:pt>
                <c:pt idx="11">
                  <c:v>0.14338112704234746</c:v>
                </c:pt>
                <c:pt idx="12">
                  <c:v>0.13753438359589898</c:v>
                </c:pt>
                <c:pt idx="13">
                  <c:v>0.13382676535307061</c:v>
                </c:pt>
                <c:pt idx="14">
                  <c:v>0.13052175362560428</c:v>
                </c:pt>
                <c:pt idx="15">
                  <c:v>0.12858979854264893</c:v>
                </c:pt>
                <c:pt idx="16">
                  <c:v>0.12589073634204273</c:v>
                </c:pt>
                <c:pt idx="17">
                  <c:v>0.1241249027669741</c:v>
                </c:pt>
                <c:pt idx="18">
                  <c:v>0.12291229122912291</c:v>
                </c:pt>
                <c:pt idx="19">
                  <c:v>0.11310565528276414</c:v>
                </c:pt>
                <c:pt idx="20">
                  <c:v>0.10817027234241142</c:v>
                </c:pt>
                <c:pt idx="21">
                  <c:v>0.10507762694067352</c:v>
                </c:pt>
                <c:pt idx="22">
                  <c:v>0.10266205324106482</c:v>
                </c:pt>
                <c:pt idx="23">
                  <c:v>0.10095168252804214</c:v>
                </c:pt>
                <c:pt idx="24">
                  <c:v>9.9072843897769963E-2</c:v>
                </c:pt>
                <c:pt idx="25">
                  <c:v>9.7963724546556816E-2</c:v>
                </c:pt>
                <c:pt idx="26">
                  <c:v>9.6812186802075581E-2</c:v>
                </c:pt>
                <c:pt idx="27">
                  <c:v>9.5920959209592094E-2</c:v>
                </c:pt>
                <c:pt idx="28">
                  <c:v>8.9920449602248015E-2</c:v>
                </c:pt>
                <c:pt idx="29">
                  <c:v>8.6656955523185086E-2</c:v>
                </c:pt>
                <c:pt idx="30">
                  <c:v>8.4650211625529062E-2</c:v>
                </c:pt>
                <c:pt idx="31">
                  <c:v>8.3076166152332306E-2</c:v>
                </c:pt>
                <c:pt idx="32">
                  <c:v>8.1830136383560639E-2</c:v>
                </c:pt>
                <c:pt idx="33">
                  <c:v>8.0775829679756689E-2</c:v>
                </c:pt>
                <c:pt idx="34">
                  <c:v>7.9938849923562399E-2</c:v>
                </c:pt>
                <c:pt idx="35">
                  <c:v>7.9193421326023694E-2</c:v>
                </c:pt>
                <c:pt idx="36">
                  <c:v>7.8498078498078494E-2</c:v>
                </c:pt>
                <c:pt idx="37">
                  <c:v>7.4466537233268612E-2</c:v>
                </c:pt>
                <c:pt idx="38">
                  <c:v>7.2272024090674694E-2</c:v>
                </c:pt>
                <c:pt idx="39">
                  <c:v>7.0786517696629428E-2</c:v>
                </c:pt>
                <c:pt idx="40">
                  <c:v>6.9702613940522781E-2</c:v>
                </c:pt>
                <c:pt idx="41">
                  <c:v>6.8808178134696349E-2</c:v>
                </c:pt>
                <c:pt idx="42">
                  <c:v>6.8092581156083035E-2</c:v>
                </c:pt>
                <c:pt idx="43">
                  <c:v>6.7472133434016673E-2</c:v>
                </c:pt>
                <c:pt idx="44">
                  <c:v>6.6943229660358858E-2</c:v>
                </c:pt>
                <c:pt idx="45">
                  <c:v>6.6457906645790668E-2</c:v>
                </c:pt>
                <c:pt idx="46">
                  <c:v>6.3530353176517659E-2</c:v>
                </c:pt>
                <c:pt idx="47">
                  <c:v>6.1928635397621182E-2</c:v>
                </c:pt>
                <c:pt idx="48">
                  <c:v>6.0841351521033787E-2</c:v>
                </c:pt>
                <c:pt idx="49">
                  <c:v>6.0022681200453627E-2</c:v>
                </c:pt>
                <c:pt idx="50">
                  <c:v>5.9368584322809739E-2</c:v>
                </c:pt>
                <c:pt idx="51">
                  <c:v>5.8829486554706947E-2</c:v>
                </c:pt>
                <c:pt idx="52">
                  <c:v>5.8367275729590946E-2</c:v>
                </c:pt>
                <c:pt idx="53">
                  <c:v>5.7966156199623961E-2</c:v>
                </c:pt>
                <c:pt idx="54">
                  <c:v>5.7614550576145507E-2</c:v>
                </c:pt>
                <c:pt idx="55">
                  <c:v>5.5394685276973429E-2</c:v>
                </c:pt>
                <c:pt idx="56">
                  <c:v>5.4174416847248059E-2</c:v>
                </c:pt>
                <c:pt idx="57">
                  <c:v>5.3340815133352038E-2</c:v>
                </c:pt>
                <c:pt idx="58">
                  <c:v>5.2711734105423465E-2</c:v>
                </c:pt>
                <c:pt idx="59">
                  <c:v>5.2207838420346396E-2</c:v>
                </c:pt>
                <c:pt idx="60">
                  <c:v>5.1789901502557002E-2</c:v>
                </c:pt>
                <c:pt idx="61">
                  <c:v>5.1432723814290905E-2</c:v>
                </c:pt>
                <c:pt idx="62">
                  <c:v>5.1121350056801497E-2</c:v>
                </c:pt>
                <c:pt idx="63">
                  <c:v>5.0847534050847534E-2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C88-4BF3-B65C-287A28630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9903903"/>
        <c:axId val="1149905343"/>
      </c:scatterChart>
      <c:valAx>
        <c:axId val="1149903903"/>
        <c:scaling>
          <c:logBase val="10"/>
          <c:orientation val="minMax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9905343"/>
        <c:crosses val="autoZero"/>
        <c:crossBetween val="midCat"/>
      </c:valAx>
      <c:valAx>
        <c:axId val="1149905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99039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Frequency</a:t>
            </a:r>
            <a:r>
              <a:rPr lang="en-US" baseline="0"/>
              <a:t> of k-factor numbers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Distributions!$A$3:$A$66</c:f>
              <c:numCache>
                <c:formatCode>#,##0</c:formatCode>
                <c:ptCount val="6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  <c:pt idx="55">
                  <c:v>200000000</c:v>
                </c:pt>
                <c:pt idx="56">
                  <c:v>300000000</c:v>
                </c:pt>
                <c:pt idx="57">
                  <c:v>400000000</c:v>
                </c:pt>
                <c:pt idx="58">
                  <c:v>500000000</c:v>
                </c:pt>
                <c:pt idx="59">
                  <c:v>600000000</c:v>
                </c:pt>
                <c:pt idx="60">
                  <c:v>700000000</c:v>
                </c:pt>
                <c:pt idx="61">
                  <c:v>800000000</c:v>
                </c:pt>
                <c:pt idx="62">
                  <c:v>900000000</c:v>
                </c:pt>
                <c:pt idx="63">
                  <c:v>1000000000</c:v>
                </c:pt>
              </c:numCache>
            </c:numRef>
          </c:xVal>
          <c:yVal>
            <c:numRef>
              <c:f>Distributions!$C$3:$C$66</c:f>
              <c:numCache>
                <c:formatCode>General</c:formatCode>
                <c:ptCount val="64"/>
                <c:pt idx="0">
                  <c:v>0.25252525252525254</c:v>
                </c:pt>
                <c:pt idx="1">
                  <c:v>0.23115577889447236</c:v>
                </c:pt>
                <c:pt idx="2">
                  <c:v>0.20735785953177258</c:v>
                </c:pt>
                <c:pt idx="3">
                  <c:v>0.19548872180451127</c:v>
                </c:pt>
                <c:pt idx="4">
                  <c:v>0.19038076152304609</c:v>
                </c:pt>
                <c:pt idx="5">
                  <c:v>0.18196994991652754</c:v>
                </c:pt>
                <c:pt idx="6">
                  <c:v>0.17882689556509299</c:v>
                </c:pt>
                <c:pt idx="7">
                  <c:v>0.17396745932415519</c:v>
                </c:pt>
                <c:pt idx="8">
                  <c:v>0.17130144605116795</c:v>
                </c:pt>
                <c:pt idx="9">
                  <c:v>0.16816816816816818</c:v>
                </c:pt>
                <c:pt idx="10">
                  <c:v>0.15157578789394696</c:v>
                </c:pt>
                <c:pt idx="11">
                  <c:v>0.14338112704234746</c:v>
                </c:pt>
                <c:pt idx="12">
                  <c:v>0.13753438359589898</c:v>
                </c:pt>
                <c:pt idx="13">
                  <c:v>0.13382676535307061</c:v>
                </c:pt>
                <c:pt idx="14">
                  <c:v>0.13052175362560428</c:v>
                </c:pt>
                <c:pt idx="15">
                  <c:v>0.12858979854264893</c:v>
                </c:pt>
                <c:pt idx="16">
                  <c:v>0.12589073634204273</c:v>
                </c:pt>
                <c:pt idx="17">
                  <c:v>0.1241249027669741</c:v>
                </c:pt>
                <c:pt idx="18">
                  <c:v>0.12291229122912291</c:v>
                </c:pt>
                <c:pt idx="19">
                  <c:v>0.11310565528276414</c:v>
                </c:pt>
                <c:pt idx="20">
                  <c:v>0.10817027234241142</c:v>
                </c:pt>
                <c:pt idx="21">
                  <c:v>0.10507762694067352</c:v>
                </c:pt>
                <c:pt idx="22">
                  <c:v>0.10266205324106482</c:v>
                </c:pt>
                <c:pt idx="23">
                  <c:v>0.10095168252804214</c:v>
                </c:pt>
                <c:pt idx="24">
                  <c:v>9.9072843897769963E-2</c:v>
                </c:pt>
                <c:pt idx="25">
                  <c:v>9.7963724546556816E-2</c:v>
                </c:pt>
                <c:pt idx="26">
                  <c:v>9.6812186802075581E-2</c:v>
                </c:pt>
                <c:pt idx="27">
                  <c:v>9.5920959209592094E-2</c:v>
                </c:pt>
                <c:pt idx="28">
                  <c:v>8.9920449602248015E-2</c:v>
                </c:pt>
                <c:pt idx="29">
                  <c:v>8.6656955523185086E-2</c:v>
                </c:pt>
                <c:pt idx="30">
                  <c:v>8.4650211625529062E-2</c:v>
                </c:pt>
                <c:pt idx="31">
                  <c:v>8.3076166152332306E-2</c:v>
                </c:pt>
                <c:pt idx="32">
                  <c:v>8.1830136383560639E-2</c:v>
                </c:pt>
                <c:pt idx="33">
                  <c:v>8.0775829679756689E-2</c:v>
                </c:pt>
                <c:pt idx="34">
                  <c:v>7.9938849923562399E-2</c:v>
                </c:pt>
                <c:pt idx="35">
                  <c:v>7.9193421326023694E-2</c:v>
                </c:pt>
                <c:pt idx="36">
                  <c:v>7.8498078498078494E-2</c:v>
                </c:pt>
                <c:pt idx="37">
                  <c:v>7.4466537233268612E-2</c:v>
                </c:pt>
                <c:pt idx="38">
                  <c:v>7.2272024090674694E-2</c:v>
                </c:pt>
                <c:pt idx="39">
                  <c:v>7.0786517696629428E-2</c:v>
                </c:pt>
                <c:pt idx="40">
                  <c:v>6.9702613940522781E-2</c:v>
                </c:pt>
                <c:pt idx="41">
                  <c:v>6.8808178134696349E-2</c:v>
                </c:pt>
                <c:pt idx="42">
                  <c:v>6.8092581156083035E-2</c:v>
                </c:pt>
                <c:pt idx="43">
                  <c:v>6.7472133434016673E-2</c:v>
                </c:pt>
                <c:pt idx="44">
                  <c:v>6.6943229660358858E-2</c:v>
                </c:pt>
                <c:pt idx="45">
                  <c:v>6.6457906645790668E-2</c:v>
                </c:pt>
                <c:pt idx="46">
                  <c:v>6.3530353176517659E-2</c:v>
                </c:pt>
                <c:pt idx="47">
                  <c:v>6.1928635397621182E-2</c:v>
                </c:pt>
                <c:pt idx="48">
                  <c:v>6.0841351521033787E-2</c:v>
                </c:pt>
                <c:pt idx="49">
                  <c:v>6.0022681200453627E-2</c:v>
                </c:pt>
                <c:pt idx="50">
                  <c:v>5.9368584322809739E-2</c:v>
                </c:pt>
                <c:pt idx="51">
                  <c:v>5.8829486554706947E-2</c:v>
                </c:pt>
                <c:pt idx="52">
                  <c:v>5.8367275729590946E-2</c:v>
                </c:pt>
                <c:pt idx="53">
                  <c:v>5.7966156199623961E-2</c:v>
                </c:pt>
                <c:pt idx="54">
                  <c:v>5.7614550576145507E-2</c:v>
                </c:pt>
                <c:pt idx="55">
                  <c:v>5.5394685276973429E-2</c:v>
                </c:pt>
                <c:pt idx="56">
                  <c:v>5.4174416847248059E-2</c:v>
                </c:pt>
                <c:pt idx="57">
                  <c:v>5.3340815133352038E-2</c:v>
                </c:pt>
                <c:pt idx="58">
                  <c:v>5.2711734105423465E-2</c:v>
                </c:pt>
                <c:pt idx="59">
                  <c:v>5.2207838420346396E-2</c:v>
                </c:pt>
                <c:pt idx="60">
                  <c:v>5.1789901502557002E-2</c:v>
                </c:pt>
                <c:pt idx="61">
                  <c:v>5.1432723814290905E-2</c:v>
                </c:pt>
                <c:pt idx="62">
                  <c:v>5.1121350056801497E-2</c:v>
                </c:pt>
                <c:pt idx="63">
                  <c:v>5.0847534050847534E-2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C88-4BF3-B65C-287A28630B88}"/>
            </c:ext>
          </c:extLst>
        </c:ser>
        <c:ser>
          <c:idx val="1"/>
          <c:order val="1"/>
          <c:tx>
            <c:v>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Distributions!$A$3:$A$66</c:f>
              <c:numCache>
                <c:formatCode>#,##0</c:formatCode>
                <c:ptCount val="6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  <c:pt idx="55">
                  <c:v>200000000</c:v>
                </c:pt>
                <c:pt idx="56">
                  <c:v>300000000</c:v>
                </c:pt>
                <c:pt idx="57">
                  <c:v>400000000</c:v>
                </c:pt>
                <c:pt idx="58">
                  <c:v>500000000</c:v>
                </c:pt>
                <c:pt idx="59">
                  <c:v>600000000</c:v>
                </c:pt>
                <c:pt idx="60">
                  <c:v>700000000</c:v>
                </c:pt>
                <c:pt idx="61">
                  <c:v>800000000</c:v>
                </c:pt>
                <c:pt idx="62">
                  <c:v>900000000</c:v>
                </c:pt>
                <c:pt idx="63">
                  <c:v>1000000000</c:v>
                </c:pt>
              </c:numCache>
            </c:numRef>
          </c:xVal>
          <c:yVal>
            <c:numRef>
              <c:f>Distributions!$F$3:$F$66</c:f>
              <c:numCache>
                <c:formatCode>General</c:formatCode>
                <c:ptCount val="64"/>
                <c:pt idx="0">
                  <c:v>0.34343434343434343</c:v>
                </c:pt>
                <c:pt idx="1">
                  <c:v>0.31155778894472363</c:v>
                </c:pt>
                <c:pt idx="2">
                  <c:v>0.31438127090301005</c:v>
                </c:pt>
                <c:pt idx="3">
                  <c:v>0.31578947368421051</c:v>
                </c:pt>
                <c:pt idx="4">
                  <c:v>0.30661322645290578</c:v>
                </c:pt>
                <c:pt idx="5">
                  <c:v>0.31051752921535891</c:v>
                </c:pt>
                <c:pt idx="6">
                  <c:v>0.30329041487839775</c:v>
                </c:pt>
                <c:pt idx="7">
                  <c:v>0.30287859824780977</c:v>
                </c:pt>
                <c:pt idx="8">
                  <c:v>0.30033370411568411</c:v>
                </c:pt>
                <c:pt idx="9">
                  <c:v>0.29929929929929933</c:v>
                </c:pt>
                <c:pt idx="10">
                  <c:v>0.28864432216108055</c:v>
                </c:pt>
                <c:pt idx="11">
                  <c:v>0.28042680893631211</c:v>
                </c:pt>
                <c:pt idx="12">
                  <c:v>0.27631907976994247</c:v>
                </c:pt>
                <c:pt idx="13">
                  <c:v>0.27305461092218442</c:v>
                </c:pt>
                <c:pt idx="14">
                  <c:v>0.27037839639939992</c:v>
                </c:pt>
                <c:pt idx="15">
                  <c:v>0.26675239319902849</c:v>
                </c:pt>
                <c:pt idx="16">
                  <c:v>0.26615826978372298</c:v>
                </c:pt>
                <c:pt idx="17">
                  <c:v>0.26458495388376485</c:v>
                </c:pt>
                <c:pt idx="18">
                  <c:v>0.26252625262526252</c:v>
                </c:pt>
                <c:pt idx="19">
                  <c:v>0.25406270313515678</c:v>
                </c:pt>
                <c:pt idx="20">
                  <c:v>0.24870829027634256</c:v>
                </c:pt>
                <c:pt idx="21">
                  <c:v>0.24475611890297258</c:v>
                </c:pt>
                <c:pt idx="22">
                  <c:v>0.24220484409688195</c:v>
                </c:pt>
                <c:pt idx="23">
                  <c:v>0.23940399006650112</c:v>
                </c:pt>
                <c:pt idx="24">
                  <c:v>0.23841769168130975</c:v>
                </c:pt>
                <c:pt idx="25">
                  <c:v>0.23650295628695359</c:v>
                </c:pt>
                <c:pt idx="26">
                  <c:v>0.23515816842409359</c:v>
                </c:pt>
                <c:pt idx="27">
                  <c:v>0.23378233782337823</c:v>
                </c:pt>
                <c:pt idx="28">
                  <c:v>0.22615113075565377</c:v>
                </c:pt>
                <c:pt idx="29">
                  <c:v>0.22210074033580113</c:v>
                </c:pt>
                <c:pt idx="30">
                  <c:v>0.21888304720761803</c:v>
                </c:pt>
                <c:pt idx="31">
                  <c:v>0.21665243330486661</c:v>
                </c:pt>
                <c:pt idx="32">
                  <c:v>0.21479035798392998</c:v>
                </c:pt>
                <c:pt idx="33">
                  <c:v>0.21343173347390496</c:v>
                </c:pt>
                <c:pt idx="34">
                  <c:v>0.21207526509408137</c:v>
                </c:pt>
                <c:pt idx="35">
                  <c:v>0.21090690100766779</c:v>
                </c:pt>
                <c:pt idx="36">
                  <c:v>0.21003521003521003</c:v>
                </c:pt>
                <c:pt idx="37">
                  <c:v>0.20364210182105091</c:v>
                </c:pt>
                <c:pt idx="38">
                  <c:v>0.20014873338291111</c:v>
                </c:pt>
                <c:pt idx="39">
                  <c:v>0.19774654943663736</c:v>
                </c:pt>
                <c:pt idx="40">
                  <c:v>0.19585483917096783</c:v>
                </c:pt>
                <c:pt idx="41">
                  <c:v>0.19443036573839428</c:v>
                </c:pt>
                <c:pt idx="42">
                  <c:v>0.19317702759671823</c:v>
                </c:pt>
                <c:pt idx="43">
                  <c:v>0.19212839901604989</c:v>
                </c:pt>
                <c:pt idx="44">
                  <c:v>0.19120924346769372</c:v>
                </c:pt>
                <c:pt idx="45">
                  <c:v>0.1904324190432419</c:v>
                </c:pt>
                <c:pt idx="46">
                  <c:v>0.18521700926085047</c:v>
                </c:pt>
                <c:pt idx="47">
                  <c:v>0.18232320607744021</c:v>
                </c:pt>
                <c:pt idx="48">
                  <c:v>0.18032940450823512</c:v>
                </c:pt>
                <c:pt idx="49">
                  <c:v>0.17881140357622807</c:v>
                </c:pt>
                <c:pt idx="50">
                  <c:v>0.17759886962664784</c:v>
                </c:pt>
                <c:pt idx="51">
                  <c:v>0.17657494537964208</c:v>
                </c:pt>
                <c:pt idx="52">
                  <c:v>0.17571038969637987</c:v>
                </c:pt>
                <c:pt idx="53">
                  <c:v>0.17495160194390671</c:v>
                </c:pt>
                <c:pt idx="54">
                  <c:v>0.17427258174272581</c:v>
                </c:pt>
                <c:pt idx="55">
                  <c:v>0.16996358584981794</c:v>
                </c:pt>
                <c:pt idx="56">
                  <c:v>0.16754627722515425</c:v>
                </c:pt>
                <c:pt idx="57">
                  <c:v>0.16587534541468837</c:v>
                </c:pt>
                <c:pt idx="58">
                  <c:v>0.16460423232920846</c:v>
                </c:pt>
                <c:pt idx="59">
                  <c:v>0.1635816552726361</c:v>
                </c:pt>
                <c:pt idx="60">
                  <c:v>0.16272743737532491</c:v>
                </c:pt>
                <c:pt idx="61">
                  <c:v>0.16199678520249597</c:v>
                </c:pt>
                <c:pt idx="62">
                  <c:v>0.16135886240150984</c:v>
                </c:pt>
                <c:pt idx="63">
                  <c:v>0.16078853616078853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C88-4BF3-B65C-287A28630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9903903"/>
        <c:axId val="1149905343"/>
      </c:scatterChart>
      <c:valAx>
        <c:axId val="1149903903"/>
        <c:scaling>
          <c:logBase val="10"/>
          <c:orientation val="minMax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9905343"/>
        <c:crosses val="autoZero"/>
        <c:crossBetween val="midCat"/>
      </c:valAx>
      <c:valAx>
        <c:axId val="1149905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99039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Frequency</a:t>
            </a:r>
            <a:r>
              <a:rPr lang="en-US" baseline="0"/>
              <a:t> of k-factor numbers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Distributions!$A$3:$A$66</c:f>
              <c:numCache>
                <c:formatCode>#,##0</c:formatCode>
                <c:ptCount val="6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  <c:pt idx="55">
                  <c:v>200000000</c:v>
                </c:pt>
                <c:pt idx="56">
                  <c:v>300000000</c:v>
                </c:pt>
                <c:pt idx="57">
                  <c:v>400000000</c:v>
                </c:pt>
                <c:pt idx="58">
                  <c:v>500000000</c:v>
                </c:pt>
                <c:pt idx="59">
                  <c:v>600000000</c:v>
                </c:pt>
                <c:pt idx="60">
                  <c:v>700000000</c:v>
                </c:pt>
                <c:pt idx="61">
                  <c:v>800000000</c:v>
                </c:pt>
                <c:pt idx="62">
                  <c:v>900000000</c:v>
                </c:pt>
                <c:pt idx="63">
                  <c:v>1000000000</c:v>
                </c:pt>
              </c:numCache>
            </c:numRef>
          </c:xVal>
          <c:yVal>
            <c:numRef>
              <c:f>Distributions!$C$3:$C$66</c:f>
              <c:numCache>
                <c:formatCode>General</c:formatCode>
                <c:ptCount val="64"/>
                <c:pt idx="0">
                  <c:v>0.25252525252525254</c:v>
                </c:pt>
                <c:pt idx="1">
                  <c:v>0.23115577889447236</c:v>
                </c:pt>
                <c:pt idx="2">
                  <c:v>0.20735785953177258</c:v>
                </c:pt>
                <c:pt idx="3">
                  <c:v>0.19548872180451127</c:v>
                </c:pt>
                <c:pt idx="4">
                  <c:v>0.19038076152304609</c:v>
                </c:pt>
                <c:pt idx="5">
                  <c:v>0.18196994991652754</c:v>
                </c:pt>
                <c:pt idx="6">
                  <c:v>0.17882689556509299</c:v>
                </c:pt>
                <c:pt idx="7">
                  <c:v>0.17396745932415519</c:v>
                </c:pt>
                <c:pt idx="8">
                  <c:v>0.17130144605116795</c:v>
                </c:pt>
                <c:pt idx="9">
                  <c:v>0.16816816816816818</c:v>
                </c:pt>
                <c:pt idx="10">
                  <c:v>0.15157578789394696</c:v>
                </c:pt>
                <c:pt idx="11">
                  <c:v>0.14338112704234746</c:v>
                </c:pt>
                <c:pt idx="12">
                  <c:v>0.13753438359589898</c:v>
                </c:pt>
                <c:pt idx="13">
                  <c:v>0.13382676535307061</c:v>
                </c:pt>
                <c:pt idx="14">
                  <c:v>0.13052175362560428</c:v>
                </c:pt>
                <c:pt idx="15">
                  <c:v>0.12858979854264893</c:v>
                </c:pt>
                <c:pt idx="16">
                  <c:v>0.12589073634204273</c:v>
                </c:pt>
                <c:pt idx="17">
                  <c:v>0.1241249027669741</c:v>
                </c:pt>
                <c:pt idx="18">
                  <c:v>0.12291229122912291</c:v>
                </c:pt>
                <c:pt idx="19">
                  <c:v>0.11310565528276414</c:v>
                </c:pt>
                <c:pt idx="20">
                  <c:v>0.10817027234241142</c:v>
                </c:pt>
                <c:pt idx="21">
                  <c:v>0.10507762694067352</c:v>
                </c:pt>
                <c:pt idx="22">
                  <c:v>0.10266205324106482</c:v>
                </c:pt>
                <c:pt idx="23">
                  <c:v>0.10095168252804214</c:v>
                </c:pt>
                <c:pt idx="24">
                  <c:v>9.9072843897769963E-2</c:v>
                </c:pt>
                <c:pt idx="25">
                  <c:v>9.7963724546556816E-2</c:v>
                </c:pt>
                <c:pt idx="26">
                  <c:v>9.6812186802075581E-2</c:v>
                </c:pt>
                <c:pt idx="27">
                  <c:v>9.5920959209592094E-2</c:v>
                </c:pt>
                <c:pt idx="28">
                  <c:v>8.9920449602248015E-2</c:v>
                </c:pt>
                <c:pt idx="29">
                  <c:v>8.6656955523185086E-2</c:v>
                </c:pt>
                <c:pt idx="30">
                  <c:v>8.4650211625529062E-2</c:v>
                </c:pt>
                <c:pt idx="31">
                  <c:v>8.3076166152332306E-2</c:v>
                </c:pt>
                <c:pt idx="32">
                  <c:v>8.1830136383560639E-2</c:v>
                </c:pt>
                <c:pt idx="33">
                  <c:v>8.0775829679756689E-2</c:v>
                </c:pt>
                <c:pt idx="34">
                  <c:v>7.9938849923562399E-2</c:v>
                </c:pt>
                <c:pt idx="35">
                  <c:v>7.9193421326023694E-2</c:v>
                </c:pt>
                <c:pt idx="36">
                  <c:v>7.8498078498078494E-2</c:v>
                </c:pt>
                <c:pt idx="37">
                  <c:v>7.4466537233268612E-2</c:v>
                </c:pt>
                <c:pt idx="38">
                  <c:v>7.2272024090674694E-2</c:v>
                </c:pt>
                <c:pt idx="39">
                  <c:v>7.0786517696629428E-2</c:v>
                </c:pt>
                <c:pt idx="40">
                  <c:v>6.9702613940522781E-2</c:v>
                </c:pt>
                <c:pt idx="41">
                  <c:v>6.8808178134696349E-2</c:v>
                </c:pt>
                <c:pt idx="42">
                  <c:v>6.8092581156083035E-2</c:v>
                </c:pt>
                <c:pt idx="43">
                  <c:v>6.7472133434016673E-2</c:v>
                </c:pt>
                <c:pt idx="44">
                  <c:v>6.6943229660358858E-2</c:v>
                </c:pt>
                <c:pt idx="45">
                  <c:v>6.6457906645790668E-2</c:v>
                </c:pt>
                <c:pt idx="46">
                  <c:v>6.3530353176517659E-2</c:v>
                </c:pt>
                <c:pt idx="47">
                  <c:v>6.1928635397621182E-2</c:v>
                </c:pt>
                <c:pt idx="48">
                  <c:v>6.0841351521033787E-2</c:v>
                </c:pt>
                <c:pt idx="49">
                  <c:v>6.0022681200453627E-2</c:v>
                </c:pt>
                <c:pt idx="50">
                  <c:v>5.9368584322809739E-2</c:v>
                </c:pt>
                <c:pt idx="51">
                  <c:v>5.8829486554706947E-2</c:v>
                </c:pt>
                <c:pt idx="52">
                  <c:v>5.8367275729590946E-2</c:v>
                </c:pt>
                <c:pt idx="53">
                  <c:v>5.7966156199623961E-2</c:v>
                </c:pt>
                <c:pt idx="54">
                  <c:v>5.7614550576145507E-2</c:v>
                </c:pt>
                <c:pt idx="55">
                  <c:v>5.5394685276973429E-2</c:v>
                </c:pt>
                <c:pt idx="56">
                  <c:v>5.4174416847248059E-2</c:v>
                </c:pt>
                <c:pt idx="57">
                  <c:v>5.3340815133352038E-2</c:v>
                </c:pt>
                <c:pt idx="58">
                  <c:v>5.2711734105423465E-2</c:v>
                </c:pt>
                <c:pt idx="59">
                  <c:v>5.2207838420346396E-2</c:v>
                </c:pt>
                <c:pt idx="60">
                  <c:v>5.1789901502557002E-2</c:v>
                </c:pt>
                <c:pt idx="61">
                  <c:v>5.1432723814290905E-2</c:v>
                </c:pt>
                <c:pt idx="62">
                  <c:v>5.1121350056801497E-2</c:v>
                </c:pt>
                <c:pt idx="63">
                  <c:v>5.0847534050847534E-2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C88-4BF3-B65C-287A28630B88}"/>
            </c:ext>
          </c:extLst>
        </c:ser>
        <c:ser>
          <c:idx val="1"/>
          <c:order val="1"/>
          <c:tx>
            <c:v>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Distributions!$A$3:$A$66</c:f>
              <c:numCache>
                <c:formatCode>#,##0</c:formatCode>
                <c:ptCount val="6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  <c:pt idx="55">
                  <c:v>200000000</c:v>
                </c:pt>
                <c:pt idx="56">
                  <c:v>300000000</c:v>
                </c:pt>
                <c:pt idx="57">
                  <c:v>400000000</c:v>
                </c:pt>
                <c:pt idx="58">
                  <c:v>500000000</c:v>
                </c:pt>
                <c:pt idx="59">
                  <c:v>600000000</c:v>
                </c:pt>
                <c:pt idx="60">
                  <c:v>700000000</c:v>
                </c:pt>
                <c:pt idx="61">
                  <c:v>800000000</c:v>
                </c:pt>
                <c:pt idx="62">
                  <c:v>900000000</c:v>
                </c:pt>
                <c:pt idx="63">
                  <c:v>1000000000</c:v>
                </c:pt>
              </c:numCache>
            </c:numRef>
          </c:xVal>
          <c:yVal>
            <c:numRef>
              <c:f>Distributions!$F$3:$F$66</c:f>
              <c:numCache>
                <c:formatCode>General</c:formatCode>
                <c:ptCount val="64"/>
                <c:pt idx="0">
                  <c:v>0.34343434343434343</c:v>
                </c:pt>
                <c:pt idx="1">
                  <c:v>0.31155778894472363</c:v>
                </c:pt>
                <c:pt idx="2">
                  <c:v>0.31438127090301005</c:v>
                </c:pt>
                <c:pt idx="3">
                  <c:v>0.31578947368421051</c:v>
                </c:pt>
                <c:pt idx="4">
                  <c:v>0.30661322645290578</c:v>
                </c:pt>
                <c:pt idx="5">
                  <c:v>0.31051752921535891</c:v>
                </c:pt>
                <c:pt idx="6">
                  <c:v>0.30329041487839775</c:v>
                </c:pt>
                <c:pt idx="7">
                  <c:v>0.30287859824780977</c:v>
                </c:pt>
                <c:pt idx="8">
                  <c:v>0.30033370411568411</c:v>
                </c:pt>
                <c:pt idx="9">
                  <c:v>0.29929929929929933</c:v>
                </c:pt>
                <c:pt idx="10">
                  <c:v>0.28864432216108055</c:v>
                </c:pt>
                <c:pt idx="11">
                  <c:v>0.28042680893631211</c:v>
                </c:pt>
                <c:pt idx="12">
                  <c:v>0.27631907976994247</c:v>
                </c:pt>
                <c:pt idx="13">
                  <c:v>0.27305461092218442</c:v>
                </c:pt>
                <c:pt idx="14">
                  <c:v>0.27037839639939992</c:v>
                </c:pt>
                <c:pt idx="15">
                  <c:v>0.26675239319902849</c:v>
                </c:pt>
                <c:pt idx="16">
                  <c:v>0.26615826978372298</c:v>
                </c:pt>
                <c:pt idx="17">
                  <c:v>0.26458495388376485</c:v>
                </c:pt>
                <c:pt idx="18">
                  <c:v>0.26252625262526252</c:v>
                </c:pt>
                <c:pt idx="19">
                  <c:v>0.25406270313515678</c:v>
                </c:pt>
                <c:pt idx="20">
                  <c:v>0.24870829027634256</c:v>
                </c:pt>
                <c:pt idx="21">
                  <c:v>0.24475611890297258</c:v>
                </c:pt>
                <c:pt idx="22">
                  <c:v>0.24220484409688195</c:v>
                </c:pt>
                <c:pt idx="23">
                  <c:v>0.23940399006650112</c:v>
                </c:pt>
                <c:pt idx="24">
                  <c:v>0.23841769168130975</c:v>
                </c:pt>
                <c:pt idx="25">
                  <c:v>0.23650295628695359</c:v>
                </c:pt>
                <c:pt idx="26">
                  <c:v>0.23515816842409359</c:v>
                </c:pt>
                <c:pt idx="27">
                  <c:v>0.23378233782337823</c:v>
                </c:pt>
                <c:pt idx="28">
                  <c:v>0.22615113075565377</c:v>
                </c:pt>
                <c:pt idx="29">
                  <c:v>0.22210074033580113</c:v>
                </c:pt>
                <c:pt idx="30">
                  <c:v>0.21888304720761803</c:v>
                </c:pt>
                <c:pt idx="31">
                  <c:v>0.21665243330486661</c:v>
                </c:pt>
                <c:pt idx="32">
                  <c:v>0.21479035798392998</c:v>
                </c:pt>
                <c:pt idx="33">
                  <c:v>0.21343173347390496</c:v>
                </c:pt>
                <c:pt idx="34">
                  <c:v>0.21207526509408137</c:v>
                </c:pt>
                <c:pt idx="35">
                  <c:v>0.21090690100766779</c:v>
                </c:pt>
                <c:pt idx="36">
                  <c:v>0.21003521003521003</c:v>
                </c:pt>
                <c:pt idx="37">
                  <c:v>0.20364210182105091</c:v>
                </c:pt>
                <c:pt idx="38">
                  <c:v>0.20014873338291111</c:v>
                </c:pt>
                <c:pt idx="39">
                  <c:v>0.19774654943663736</c:v>
                </c:pt>
                <c:pt idx="40">
                  <c:v>0.19585483917096783</c:v>
                </c:pt>
                <c:pt idx="41">
                  <c:v>0.19443036573839428</c:v>
                </c:pt>
                <c:pt idx="42">
                  <c:v>0.19317702759671823</c:v>
                </c:pt>
                <c:pt idx="43">
                  <c:v>0.19212839901604989</c:v>
                </c:pt>
                <c:pt idx="44">
                  <c:v>0.19120924346769372</c:v>
                </c:pt>
                <c:pt idx="45">
                  <c:v>0.1904324190432419</c:v>
                </c:pt>
                <c:pt idx="46">
                  <c:v>0.18521700926085047</c:v>
                </c:pt>
                <c:pt idx="47">
                  <c:v>0.18232320607744021</c:v>
                </c:pt>
                <c:pt idx="48">
                  <c:v>0.18032940450823512</c:v>
                </c:pt>
                <c:pt idx="49">
                  <c:v>0.17881140357622807</c:v>
                </c:pt>
                <c:pt idx="50">
                  <c:v>0.17759886962664784</c:v>
                </c:pt>
                <c:pt idx="51">
                  <c:v>0.17657494537964208</c:v>
                </c:pt>
                <c:pt idx="52">
                  <c:v>0.17571038969637987</c:v>
                </c:pt>
                <c:pt idx="53">
                  <c:v>0.17495160194390671</c:v>
                </c:pt>
                <c:pt idx="54">
                  <c:v>0.17427258174272581</c:v>
                </c:pt>
                <c:pt idx="55">
                  <c:v>0.16996358584981794</c:v>
                </c:pt>
                <c:pt idx="56">
                  <c:v>0.16754627722515425</c:v>
                </c:pt>
                <c:pt idx="57">
                  <c:v>0.16587534541468837</c:v>
                </c:pt>
                <c:pt idx="58">
                  <c:v>0.16460423232920846</c:v>
                </c:pt>
                <c:pt idx="59">
                  <c:v>0.1635816552726361</c:v>
                </c:pt>
                <c:pt idx="60">
                  <c:v>0.16272743737532491</c:v>
                </c:pt>
                <c:pt idx="61">
                  <c:v>0.16199678520249597</c:v>
                </c:pt>
                <c:pt idx="62">
                  <c:v>0.16135886240150984</c:v>
                </c:pt>
                <c:pt idx="63">
                  <c:v>0.16078853616078853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C88-4BF3-B65C-287A28630B88}"/>
            </c:ext>
          </c:extLst>
        </c:ser>
        <c:ser>
          <c:idx val="2"/>
          <c:order val="2"/>
          <c:tx>
            <c:v>3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Distributions!$A$3:$A$66</c:f>
              <c:numCache>
                <c:formatCode>#,##0</c:formatCode>
                <c:ptCount val="6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  <c:pt idx="55">
                  <c:v>200000000</c:v>
                </c:pt>
                <c:pt idx="56">
                  <c:v>300000000</c:v>
                </c:pt>
                <c:pt idx="57">
                  <c:v>400000000</c:v>
                </c:pt>
                <c:pt idx="58">
                  <c:v>500000000</c:v>
                </c:pt>
                <c:pt idx="59">
                  <c:v>600000000</c:v>
                </c:pt>
                <c:pt idx="60">
                  <c:v>700000000</c:v>
                </c:pt>
                <c:pt idx="61">
                  <c:v>800000000</c:v>
                </c:pt>
                <c:pt idx="62">
                  <c:v>900000000</c:v>
                </c:pt>
                <c:pt idx="63">
                  <c:v>1000000000</c:v>
                </c:pt>
              </c:numCache>
            </c:numRef>
          </c:xVal>
          <c:yVal>
            <c:numRef>
              <c:f>Distributions!$I$3:$I$66</c:f>
              <c:numCache>
                <c:formatCode>General</c:formatCode>
                <c:ptCount val="64"/>
                <c:pt idx="0">
                  <c:v>0.22222222222222221</c:v>
                </c:pt>
                <c:pt idx="1">
                  <c:v>0.24120603015075376</c:v>
                </c:pt>
                <c:pt idx="2">
                  <c:v>0.24414715719063546</c:v>
                </c:pt>
                <c:pt idx="3">
                  <c:v>0.23809523809523808</c:v>
                </c:pt>
                <c:pt idx="4">
                  <c:v>0.24448897795591182</c:v>
                </c:pt>
                <c:pt idx="5">
                  <c:v>0.24040066777963273</c:v>
                </c:pt>
                <c:pt idx="6">
                  <c:v>0.24749642346208869</c:v>
                </c:pt>
                <c:pt idx="7">
                  <c:v>0.24780976220275344</c:v>
                </c:pt>
                <c:pt idx="8">
                  <c:v>0.24471635150166851</c:v>
                </c:pt>
                <c:pt idx="9">
                  <c:v>0.24724724724724725</c:v>
                </c:pt>
                <c:pt idx="10">
                  <c:v>0.2496248124062031</c:v>
                </c:pt>
                <c:pt idx="11">
                  <c:v>0.25408469489829943</c:v>
                </c:pt>
                <c:pt idx="12">
                  <c:v>0.25556389097274318</c:v>
                </c:pt>
                <c:pt idx="13">
                  <c:v>0.25465093018603718</c:v>
                </c:pt>
                <c:pt idx="14">
                  <c:v>0.25587597932988837</c:v>
                </c:pt>
                <c:pt idx="15">
                  <c:v>0.25732247463923419</c:v>
                </c:pt>
                <c:pt idx="16">
                  <c:v>0.2559069883735467</c:v>
                </c:pt>
                <c:pt idx="17">
                  <c:v>0.25591732414712748</c:v>
                </c:pt>
                <c:pt idx="18">
                  <c:v>0.2569256925692569</c:v>
                </c:pt>
                <c:pt idx="19">
                  <c:v>0.25591279563978198</c:v>
                </c:pt>
                <c:pt idx="20">
                  <c:v>0.25614187139571321</c:v>
                </c:pt>
                <c:pt idx="21">
                  <c:v>0.25645641141028525</c:v>
                </c:pt>
                <c:pt idx="22">
                  <c:v>0.25588511770235406</c:v>
                </c:pt>
                <c:pt idx="23">
                  <c:v>0.25653760896014932</c:v>
                </c:pt>
                <c:pt idx="24">
                  <c:v>0.25567508107258674</c:v>
                </c:pt>
                <c:pt idx="25">
                  <c:v>0.25567819597744973</c:v>
                </c:pt>
                <c:pt idx="26">
                  <c:v>0.25562506250069439</c:v>
                </c:pt>
                <c:pt idx="27">
                  <c:v>0.25556255562555624</c:v>
                </c:pt>
                <c:pt idx="28">
                  <c:v>0.25441627208136042</c:v>
                </c:pt>
                <c:pt idx="29">
                  <c:v>0.25337751125837082</c:v>
                </c:pt>
                <c:pt idx="30">
                  <c:v>0.25303313258283144</c:v>
                </c:pt>
                <c:pt idx="31">
                  <c:v>0.25252450504901014</c:v>
                </c:pt>
                <c:pt idx="32">
                  <c:v>0.25227542045903417</c:v>
                </c:pt>
                <c:pt idx="33">
                  <c:v>0.25166750238214625</c:v>
                </c:pt>
                <c:pt idx="34">
                  <c:v>0.25144031430039288</c:v>
                </c:pt>
                <c:pt idx="35">
                  <c:v>0.25127472363858183</c:v>
                </c:pt>
                <c:pt idx="36">
                  <c:v>0.25085325085325083</c:v>
                </c:pt>
                <c:pt idx="37">
                  <c:v>0.24915062457531229</c:v>
                </c:pt>
                <c:pt idx="38">
                  <c:v>0.24797908265969423</c:v>
                </c:pt>
                <c:pt idx="39">
                  <c:v>0.24716281179070296</c:v>
                </c:pt>
                <c:pt idx="40">
                  <c:v>0.24657624931524985</c:v>
                </c:pt>
                <c:pt idx="41">
                  <c:v>0.24597787432964571</c:v>
                </c:pt>
                <c:pt idx="42">
                  <c:v>0.24554732079247441</c:v>
                </c:pt>
                <c:pt idx="43">
                  <c:v>0.24515790564473822</c:v>
                </c:pt>
                <c:pt idx="44">
                  <c:v>0.24479247164360796</c:v>
                </c:pt>
                <c:pt idx="45">
                  <c:v>0.24443592444359244</c:v>
                </c:pt>
                <c:pt idx="46">
                  <c:v>0.24236781211839062</c:v>
                </c:pt>
                <c:pt idx="47">
                  <c:v>0.24110474137015805</c:v>
                </c:pt>
                <c:pt idx="48">
                  <c:v>0.24018360600459016</c:v>
                </c:pt>
                <c:pt idx="49">
                  <c:v>0.23948732478974649</c:v>
                </c:pt>
                <c:pt idx="50">
                  <c:v>0.23889512064825202</c:v>
                </c:pt>
                <c:pt idx="51">
                  <c:v>0.23841856054883659</c:v>
                </c:pt>
                <c:pt idx="52">
                  <c:v>0.23798510297481379</c:v>
                </c:pt>
                <c:pt idx="53">
                  <c:v>0.23760284708447607</c:v>
                </c:pt>
                <c:pt idx="54">
                  <c:v>0.23727305237273053</c:v>
                </c:pt>
                <c:pt idx="55">
                  <c:v>0.23506202117531011</c:v>
                </c:pt>
                <c:pt idx="56">
                  <c:v>0.23376601411255338</c:v>
                </c:pt>
                <c:pt idx="57">
                  <c:v>0.23284576808211441</c:v>
                </c:pt>
                <c:pt idx="58">
                  <c:v>0.23213265646426531</c:v>
                </c:pt>
                <c:pt idx="59">
                  <c:v>0.23155217538592029</c:v>
                </c:pt>
                <c:pt idx="60">
                  <c:v>0.23106068747294384</c:v>
                </c:pt>
                <c:pt idx="61">
                  <c:v>0.23063260403829075</c:v>
                </c:pt>
                <c:pt idx="62">
                  <c:v>0.23025558247806177</c:v>
                </c:pt>
                <c:pt idx="63">
                  <c:v>0.22992436722992438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C88-4BF3-B65C-287A28630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9903903"/>
        <c:axId val="1149905343"/>
      </c:scatterChart>
      <c:valAx>
        <c:axId val="1149903903"/>
        <c:scaling>
          <c:logBase val="10"/>
          <c:orientation val="minMax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9905343"/>
        <c:crosses val="autoZero"/>
        <c:crossBetween val="midCat"/>
      </c:valAx>
      <c:valAx>
        <c:axId val="1149905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99039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Frequency</a:t>
            </a:r>
            <a:r>
              <a:rPr lang="en-US" baseline="0"/>
              <a:t> of k-factor numbers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Distributions!$A$3:$A$66</c:f>
              <c:numCache>
                <c:formatCode>#,##0</c:formatCode>
                <c:ptCount val="6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  <c:pt idx="55">
                  <c:v>200000000</c:v>
                </c:pt>
                <c:pt idx="56">
                  <c:v>300000000</c:v>
                </c:pt>
                <c:pt idx="57">
                  <c:v>400000000</c:v>
                </c:pt>
                <c:pt idx="58">
                  <c:v>500000000</c:v>
                </c:pt>
                <c:pt idx="59">
                  <c:v>600000000</c:v>
                </c:pt>
                <c:pt idx="60">
                  <c:v>700000000</c:v>
                </c:pt>
                <c:pt idx="61">
                  <c:v>800000000</c:v>
                </c:pt>
                <c:pt idx="62">
                  <c:v>900000000</c:v>
                </c:pt>
                <c:pt idx="63">
                  <c:v>1000000000</c:v>
                </c:pt>
              </c:numCache>
            </c:numRef>
          </c:xVal>
          <c:yVal>
            <c:numRef>
              <c:f>Distributions!$C$3:$C$66</c:f>
              <c:numCache>
                <c:formatCode>General</c:formatCode>
                <c:ptCount val="64"/>
                <c:pt idx="0">
                  <c:v>0.25252525252525254</c:v>
                </c:pt>
                <c:pt idx="1">
                  <c:v>0.23115577889447236</c:v>
                </c:pt>
                <c:pt idx="2">
                  <c:v>0.20735785953177258</c:v>
                </c:pt>
                <c:pt idx="3">
                  <c:v>0.19548872180451127</c:v>
                </c:pt>
                <c:pt idx="4">
                  <c:v>0.19038076152304609</c:v>
                </c:pt>
                <c:pt idx="5">
                  <c:v>0.18196994991652754</c:v>
                </c:pt>
                <c:pt idx="6">
                  <c:v>0.17882689556509299</c:v>
                </c:pt>
                <c:pt idx="7">
                  <c:v>0.17396745932415519</c:v>
                </c:pt>
                <c:pt idx="8">
                  <c:v>0.17130144605116795</c:v>
                </c:pt>
                <c:pt idx="9">
                  <c:v>0.16816816816816818</c:v>
                </c:pt>
                <c:pt idx="10">
                  <c:v>0.15157578789394696</c:v>
                </c:pt>
                <c:pt idx="11">
                  <c:v>0.14338112704234746</c:v>
                </c:pt>
                <c:pt idx="12">
                  <c:v>0.13753438359589898</c:v>
                </c:pt>
                <c:pt idx="13">
                  <c:v>0.13382676535307061</c:v>
                </c:pt>
                <c:pt idx="14">
                  <c:v>0.13052175362560428</c:v>
                </c:pt>
                <c:pt idx="15">
                  <c:v>0.12858979854264893</c:v>
                </c:pt>
                <c:pt idx="16">
                  <c:v>0.12589073634204273</c:v>
                </c:pt>
                <c:pt idx="17">
                  <c:v>0.1241249027669741</c:v>
                </c:pt>
                <c:pt idx="18">
                  <c:v>0.12291229122912291</c:v>
                </c:pt>
                <c:pt idx="19">
                  <c:v>0.11310565528276414</c:v>
                </c:pt>
                <c:pt idx="20">
                  <c:v>0.10817027234241142</c:v>
                </c:pt>
                <c:pt idx="21">
                  <c:v>0.10507762694067352</c:v>
                </c:pt>
                <c:pt idx="22">
                  <c:v>0.10266205324106482</c:v>
                </c:pt>
                <c:pt idx="23">
                  <c:v>0.10095168252804214</c:v>
                </c:pt>
                <c:pt idx="24">
                  <c:v>9.9072843897769963E-2</c:v>
                </c:pt>
                <c:pt idx="25">
                  <c:v>9.7963724546556816E-2</c:v>
                </c:pt>
                <c:pt idx="26">
                  <c:v>9.6812186802075581E-2</c:v>
                </c:pt>
                <c:pt idx="27">
                  <c:v>9.5920959209592094E-2</c:v>
                </c:pt>
                <c:pt idx="28">
                  <c:v>8.9920449602248015E-2</c:v>
                </c:pt>
                <c:pt idx="29">
                  <c:v>8.6656955523185086E-2</c:v>
                </c:pt>
                <c:pt idx="30">
                  <c:v>8.4650211625529062E-2</c:v>
                </c:pt>
                <c:pt idx="31">
                  <c:v>8.3076166152332306E-2</c:v>
                </c:pt>
                <c:pt idx="32">
                  <c:v>8.1830136383560639E-2</c:v>
                </c:pt>
                <c:pt idx="33">
                  <c:v>8.0775829679756689E-2</c:v>
                </c:pt>
                <c:pt idx="34">
                  <c:v>7.9938849923562399E-2</c:v>
                </c:pt>
                <c:pt idx="35">
                  <c:v>7.9193421326023694E-2</c:v>
                </c:pt>
                <c:pt idx="36">
                  <c:v>7.8498078498078494E-2</c:v>
                </c:pt>
                <c:pt idx="37">
                  <c:v>7.4466537233268612E-2</c:v>
                </c:pt>
                <c:pt idx="38">
                  <c:v>7.2272024090674694E-2</c:v>
                </c:pt>
                <c:pt idx="39">
                  <c:v>7.0786517696629428E-2</c:v>
                </c:pt>
                <c:pt idx="40">
                  <c:v>6.9702613940522781E-2</c:v>
                </c:pt>
                <c:pt idx="41">
                  <c:v>6.8808178134696349E-2</c:v>
                </c:pt>
                <c:pt idx="42">
                  <c:v>6.8092581156083035E-2</c:v>
                </c:pt>
                <c:pt idx="43">
                  <c:v>6.7472133434016673E-2</c:v>
                </c:pt>
                <c:pt idx="44">
                  <c:v>6.6943229660358858E-2</c:v>
                </c:pt>
                <c:pt idx="45">
                  <c:v>6.6457906645790668E-2</c:v>
                </c:pt>
                <c:pt idx="46">
                  <c:v>6.3530353176517659E-2</c:v>
                </c:pt>
                <c:pt idx="47">
                  <c:v>6.1928635397621182E-2</c:v>
                </c:pt>
                <c:pt idx="48">
                  <c:v>6.0841351521033787E-2</c:v>
                </c:pt>
                <c:pt idx="49">
                  <c:v>6.0022681200453627E-2</c:v>
                </c:pt>
                <c:pt idx="50">
                  <c:v>5.9368584322809739E-2</c:v>
                </c:pt>
                <c:pt idx="51">
                  <c:v>5.8829486554706947E-2</c:v>
                </c:pt>
                <c:pt idx="52">
                  <c:v>5.8367275729590946E-2</c:v>
                </c:pt>
                <c:pt idx="53">
                  <c:v>5.7966156199623961E-2</c:v>
                </c:pt>
                <c:pt idx="54">
                  <c:v>5.7614550576145507E-2</c:v>
                </c:pt>
                <c:pt idx="55">
                  <c:v>5.5394685276973429E-2</c:v>
                </c:pt>
                <c:pt idx="56">
                  <c:v>5.4174416847248059E-2</c:v>
                </c:pt>
                <c:pt idx="57">
                  <c:v>5.3340815133352038E-2</c:v>
                </c:pt>
                <c:pt idx="58">
                  <c:v>5.2711734105423465E-2</c:v>
                </c:pt>
                <c:pt idx="59">
                  <c:v>5.2207838420346396E-2</c:v>
                </c:pt>
                <c:pt idx="60">
                  <c:v>5.1789901502557002E-2</c:v>
                </c:pt>
                <c:pt idx="61">
                  <c:v>5.1432723814290905E-2</c:v>
                </c:pt>
                <c:pt idx="62">
                  <c:v>5.1121350056801497E-2</c:v>
                </c:pt>
                <c:pt idx="63">
                  <c:v>5.0847534050847534E-2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C88-4BF3-B65C-287A28630B88}"/>
            </c:ext>
          </c:extLst>
        </c:ser>
        <c:ser>
          <c:idx val="1"/>
          <c:order val="1"/>
          <c:tx>
            <c:v>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Distributions!$A$3:$A$66</c:f>
              <c:numCache>
                <c:formatCode>#,##0</c:formatCode>
                <c:ptCount val="6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  <c:pt idx="55">
                  <c:v>200000000</c:v>
                </c:pt>
                <c:pt idx="56">
                  <c:v>300000000</c:v>
                </c:pt>
                <c:pt idx="57">
                  <c:v>400000000</c:v>
                </c:pt>
                <c:pt idx="58">
                  <c:v>500000000</c:v>
                </c:pt>
                <c:pt idx="59">
                  <c:v>600000000</c:v>
                </c:pt>
                <c:pt idx="60">
                  <c:v>700000000</c:v>
                </c:pt>
                <c:pt idx="61">
                  <c:v>800000000</c:v>
                </c:pt>
                <c:pt idx="62">
                  <c:v>900000000</c:v>
                </c:pt>
                <c:pt idx="63">
                  <c:v>1000000000</c:v>
                </c:pt>
              </c:numCache>
            </c:numRef>
          </c:xVal>
          <c:yVal>
            <c:numRef>
              <c:f>Distributions!$F$3:$F$66</c:f>
              <c:numCache>
                <c:formatCode>General</c:formatCode>
                <c:ptCount val="64"/>
                <c:pt idx="0">
                  <c:v>0.34343434343434343</c:v>
                </c:pt>
                <c:pt idx="1">
                  <c:v>0.31155778894472363</c:v>
                </c:pt>
                <c:pt idx="2">
                  <c:v>0.31438127090301005</c:v>
                </c:pt>
                <c:pt idx="3">
                  <c:v>0.31578947368421051</c:v>
                </c:pt>
                <c:pt idx="4">
                  <c:v>0.30661322645290578</c:v>
                </c:pt>
                <c:pt idx="5">
                  <c:v>0.31051752921535891</c:v>
                </c:pt>
                <c:pt idx="6">
                  <c:v>0.30329041487839775</c:v>
                </c:pt>
                <c:pt idx="7">
                  <c:v>0.30287859824780977</c:v>
                </c:pt>
                <c:pt idx="8">
                  <c:v>0.30033370411568411</c:v>
                </c:pt>
                <c:pt idx="9">
                  <c:v>0.29929929929929933</c:v>
                </c:pt>
                <c:pt idx="10">
                  <c:v>0.28864432216108055</c:v>
                </c:pt>
                <c:pt idx="11">
                  <c:v>0.28042680893631211</c:v>
                </c:pt>
                <c:pt idx="12">
                  <c:v>0.27631907976994247</c:v>
                </c:pt>
                <c:pt idx="13">
                  <c:v>0.27305461092218442</c:v>
                </c:pt>
                <c:pt idx="14">
                  <c:v>0.27037839639939992</c:v>
                </c:pt>
                <c:pt idx="15">
                  <c:v>0.26675239319902849</c:v>
                </c:pt>
                <c:pt idx="16">
                  <c:v>0.26615826978372298</c:v>
                </c:pt>
                <c:pt idx="17">
                  <c:v>0.26458495388376485</c:v>
                </c:pt>
                <c:pt idx="18">
                  <c:v>0.26252625262526252</c:v>
                </c:pt>
                <c:pt idx="19">
                  <c:v>0.25406270313515678</c:v>
                </c:pt>
                <c:pt idx="20">
                  <c:v>0.24870829027634256</c:v>
                </c:pt>
                <c:pt idx="21">
                  <c:v>0.24475611890297258</c:v>
                </c:pt>
                <c:pt idx="22">
                  <c:v>0.24220484409688195</c:v>
                </c:pt>
                <c:pt idx="23">
                  <c:v>0.23940399006650112</c:v>
                </c:pt>
                <c:pt idx="24">
                  <c:v>0.23841769168130975</c:v>
                </c:pt>
                <c:pt idx="25">
                  <c:v>0.23650295628695359</c:v>
                </c:pt>
                <c:pt idx="26">
                  <c:v>0.23515816842409359</c:v>
                </c:pt>
                <c:pt idx="27">
                  <c:v>0.23378233782337823</c:v>
                </c:pt>
                <c:pt idx="28">
                  <c:v>0.22615113075565377</c:v>
                </c:pt>
                <c:pt idx="29">
                  <c:v>0.22210074033580113</c:v>
                </c:pt>
                <c:pt idx="30">
                  <c:v>0.21888304720761803</c:v>
                </c:pt>
                <c:pt idx="31">
                  <c:v>0.21665243330486661</c:v>
                </c:pt>
                <c:pt idx="32">
                  <c:v>0.21479035798392998</c:v>
                </c:pt>
                <c:pt idx="33">
                  <c:v>0.21343173347390496</c:v>
                </c:pt>
                <c:pt idx="34">
                  <c:v>0.21207526509408137</c:v>
                </c:pt>
                <c:pt idx="35">
                  <c:v>0.21090690100766779</c:v>
                </c:pt>
                <c:pt idx="36">
                  <c:v>0.21003521003521003</c:v>
                </c:pt>
                <c:pt idx="37">
                  <c:v>0.20364210182105091</c:v>
                </c:pt>
                <c:pt idx="38">
                  <c:v>0.20014873338291111</c:v>
                </c:pt>
                <c:pt idx="39">
                  <c:v>0.19774654943663736</c:v>
                </c:pt>
                <c:pt idx="40">
                  <c:v>0.19585483917096783</c:v>
                </c:pt>
                <c:pt idx="41">
                  <c:v>0.19443036573839428</c:v>
                </c:pt>
                <c:pt idx="42">
                  <c:v>0.19317702759671823</c:v>
                </c:pt>
                <c:pt idx="43">
                  <c:v>0.19212839901604989</c:v>
                </c:pt>
                <c:pt idx="44">
                  <c:v>0.19120924346769372</c:v>
                </c:pt>
                <c:pt idx="45">
                  <c:v>0.1904324190432419</c:v>
                </c:pt>
                <c:pt idx="46">
                  <c:v>0.18521700926085047</c:v>
                </c:pt>
                <c:pt idx="47">
                  <c:v>0.18232320607744021</c:v>
                </c:pt>
                <c:pt idx="48">
                  <c:v>0.18032940450823512</c:v>
                </c:pt>
                <c:pt idx="49">
                  <c:v>0.17881140357622807</c:v>
                </c:pt>
                <c:pt idx="50">
                  <c:v>0.17759886962664784</c:v>
                </c:pt>
                <c:pt idx="51">
                  <c:v>0.17657494537964208</c:v>
                </c:pt>
                <c:pt idx="52">
                  <c:v>0.17571038969637987</c:v>
                </c:pt>
                <c:pt idx="53">
                  <c:v>0.17495160194390671</c:v>
                </c:pt>
                <c:pt idx="54">
                  <c:v>0.17427258174272581</c:v>
                </c:pt>
                <c:pt idx="55">
                  <c:v>0.16996358584981794</c:v>
                </c:pt>
                <c:pt idx="56">
                  <c:v>0.16754627722515425</c:v>
                </c:pt>
                <c:pt idx="57">
                  <c:v>0.16587534541468837</c:v>
                </c:pt>
                <c:pt idx="58">
                  <c:v>0.16460423232920846</c:v>
                </c:pt>
                <c:pt idx="59">
                  <c:v>0.1635816552726361</c:v>
                </c:pt>
                <c:pt idx="60">
                  <c:v>0.16272743737532491</c:v>
                </c:pt>
                <c:pt idx="61">
                  <c:v>0.16199678520249597</c:v>
                </c:pt>
                <c:pt idx="62">
                  <c:v>0.16135886240150984</c:v>
                </c:pt>
                <c:pt idx="63">
                  <c:v>0.16078853616078853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C88-4BF3-B65C-287A28630B88}"/>
            </c:ext>
          </c:extLst>
        </c:ser>
        <c:ser>
          <c:idx val="2"/>
          <c:order val="2"/>
          <c:tx>
            <c:v>3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Distributions!$A$3:$A$66</c:f>
              <c:numCache>
                <c:formatCode>#,##0</c:formatCode>
                <c:ptCount val="6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  <c:pt idx="55">
                  <c:v>200000000</c:v>
                </c:pt>
                <c:pt idx="56">
                  <c:v>300000000</c:v>
                </c:pt>
                <c:pt idx="57">
                  <c:v>400000000</c:v>
                </c:pt>
                <c:pt idx="58">
                  <c:v>500000000</c:v>
                </c:pt>
                <c:pt idx="59">
                  <c:v>600000000</c:v>
                </c:pt>
                <c:pt idx="60">
                  <c:v>700000000</c:v>
                </c:pt>
                <c:pt idx="61">
                  <c:v>800000000</c:v>
                </c:pt>
                <c:pt idx="62">
                  <c:v>900000000</c:v>
                </c:pt>
                <c:pt idx="63">
                  <c:v>1000000000</c:v>
                </c:pt>
              </c:numCache>
            </c:numRef>
          </c:xVal>
          <c:yVal>
            <c:numRef>
              <c:f>Distributions!$I$3:$I$66</c:f>
              <c:numCache>
                <c:formatCode>General</c:formatCode>
                <c:ptCount val="64"/>
                <c:pt idx="0">
                  <c:v>0.22222222222222221</c:v>
                </c:pt>
                <c:pt idx="1">
                  <c:v>0.24120603015075376</c:v>
                </c:pt>
                <c:pt idx="2">
                  <c:v>0.24414715719063546</c:v>
                </c:pt>
                <c:pt idx="3">
                  <c:v>0.23809523809523808</c:v>
                </c:pt>
                <c:pt idx="4">
                  <c:v>0.24448897795591182</c:v>
                </c:pt>
                <c:pt idx="5">
                  <c:v>0.24040066777963273</c:v>
                </c:pt>
                <c:pt idx="6">
                  <c:v>0.24749642346208869</c:v>
                </c:pt>
                <c:pt idx="7">
                  <c:v>0.24780976220275344</c:v>
                </c:pt>
                <c:pt idx="8">
                  <c:v>0.24471635150166851</c:v>
                </c:pt>
                <c:pt idx="9">
                  <c:v>0.24724724724724725</c:v>
                </c:pt>
                <c:pt idx="10">
                  <c:v>0.2496248124062031</c:v>
                </c:pt>
                <c:pt idx="11">
                  <c:v>0.25408469489829943</c:v>
                </c:pt>
                <c:pt idx="12">
                  <c:v>0.25556389097274318</c:v>
                </c:pt>
                <c:pt idx="13">
                  <c:v>0.25465093018603718</c:v>
                </c:pt>
                <c:pt idx="14">
                  <c:v>0.25587597932988837</c:v>
                </c:pt>
                <c:pt idx="15">
                  <c:v>0.25732247463923419</c:v>
                </c:pt>
                <c:pt idx="16">
                  <c:v>0.2559069883735467</c:v>
                </c:pt>
                <c:pt idx="17">
                  <c:v>0.25591732414712748</c:v>
                </c:pt>
                <c:pt idx="18">
                  <c:v>0.2569256925692569</c:v>
                </c:pt>
                <c:pt idx="19">
                  <c:v>0.25591279563978198</c:v>
                </c:pt>
                <c:pt idx="20">
                  <c:v>0.25614187139571321</c:v>
                </c:pt>
                <c:pt idx="21">
                  <c:v>0.25645641141028525</c:v>
                </c:pt>
                <c:pt idx="22">
                  <c:v>0.25588511770235406</c:v>
                </c:pt>
                <c:pt idx="23">
                  <c:v>0.25653760896014932</c:v>
                </c:pt>
                <c:pt idx="24">
                  <c:v>0.25567508107258674</c:v>
                </c:pt>
                <c:pt idx="25">
                  <c:v>0.25567819597744973</c:v>
                </c:pt>
                <c:pt idx="26">
                  <c:v>0.25562506250069439</c:v>
                </c:pt>
                <c:pt idx="27">
                  <c:v>0.25556255562555624</c:v>
                </c:pt>
                <c:pt idx="28">
                  <c:v>0.25441627208136042</c:v>
                </c:pt>
                <c:pt idx="29">
                  <c:v>0.25337751125837082</c:v>
                </c:pt>
                <c:pt idx="30">
                  <c:v>0.25303313258283144</c:v>
                </c:pt>
                <c:pt idx="31">
                  <c:v>0.25252450504901014</c:v>
                </c:pt>
                <c:pt idx="32">
                  <c:v>0.25227542045903417</c:v>
                </c:pt>
                <c:pt idx="33">
                  <c:v>0.25166750238214625</c:v>
                </c:pt>
                <c:pt idx="34">
                  <c:v>0.25144031430039288</c:v>
                </c:pt>
                <c:pt idx="35">
                  <c:v>0.25127472363858183</c:v>
                </c:pt>
                <c:pt idx="36">
                  <c:v>0.25085325085325083</c:v>
                </c:pt>
                <c:pt idx="37">
                  <c:v>0.24915062457531229</c:v>
                </c:pt>
                <c:pt idx="38">
                  <c:v>0.24797908265969423</c:v>
                </c:pt>
                <c:pt idx="39">
                  <c:v>0.24716281179070296</c:v>
                </c:pt>
                <c:pt idx="40">
                  <c:v>0.24657624931524985</c:v>
                </c:pt>
                <c:pt idx="41">
                  <c:v>0.24597787432964571</c:v>
                </c:pt>
                <c:pt idx="42">
                  <c:v>0.24554732079247441</c:v>
                </c:pt>
                <c:pt idx="43">
                  <c:v>0.24515790564473822</c:v>
                </c:pt>
                <c:pt idx="44">
                  <c:v>0.24479247164360796</c:v>
                </c:pt>
                <c:pt idx="45">
                  <c:v>0.24443592444359244</c:v>
                </c:pt>
                <c:pt idx="46">
                  <c:v>0.24236781211839062</c:v>
                </c:pt>
                <c:pt idx="47">
                  <c:v>0.24110474137015805</c:v>
                </c:pt>
                <c:pt idx="48">
                  <c:v>0.24018360600459016</c:v>
                </c:pt>
                <c:pt idx="49">
                  <c:v>0.23948732478974649</c:v>
                </c:pt>
                <c:pt idx="50">
                  <c:v>0.23889512064825202</c:v>
                </c:pt>
                <c:pt idx="51">
                  <c:v>0.23841856054883659</c:v>
                </c:pt>
                <c:pt idx="52">
                  <c:v>0.23798510297481379</c:v>
                </c:pt>
                <c:pt idx="53">
                  <c:v>0.23760284708447607</c:v>
                </c:pt>
                <c:pt idx="54">
                  <c:v>0.23727305237273053</c:v>
                </c:pt>
                <c:pt idx="55">
                  <c:v>0.23506202117531011</c:v>
                </c:pt>
                <c:pt idx="56">
                  <c:v>0.23376601411255338</c:v>
                </c:pt>
                <c:pt idx="57">
                  <c:v>0.23284576808211441</c:v>
                </c:pt>
                <c:pt idx="58">
                  <c:v>0.23213265646426531</c:v>
                </c:pt>
                <c:pt idx="59">
                  <c:v>0.23155217538592029</c:v>
                </c:pt>
                <c:pt idx="60">
                  <c:v>0.23106068747294384</c:v>
                </c:pt>
                <c:pt idx="61">
                  <c:v>0.23063260403829075</c:v>
                </c:pt>
                <c:pt idx="62">
                  <c:v>0.23025558247806177</c:v>
                </c:pt>
                <c:pt idx="63">
                  <c:v>0.22992436722992438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C88-4BF3-B65C-287A28630B88}"/>
            </c:ext>
          </c:extLst>
        </c:ser>
        <c:ser>
          <c:idx val="3"/>
          <c:order val="3"/>
          <c:tx>
            <c:v>4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Distributions!$A$3:$A$66</c:f>
              <c:numCache>
                <c:formatCode>#,##0</c:formatCode>
                <c:ptCount val="6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  <c:pt idx="55">
                  <c:v>200000000</c:v>
                </c:pt>
                <c:pt idx="56">
                  <c:v>300000000</c:v>
                </c:pt>
                <c:pt idx="57">
                  <c:v>400000000</c:v>
                </c:pt>
                <c:pt idx="58">
                  <c:v>500000000</c:v>
                </c:pt>
                <c:pt idx="59">
                  <c:v>600000000</c:v>
                </c:pt>
                <c:pt idx="60">
                  <c:v>700000000</c:v>
                </c:pt>
                <c:pt idx="61">
                  <c:v>800000000</c:v>
                </c:pt>
                <c:pt idx="62">
                  <c:v>900000000</c:v>
                </c:pt>
                <c:pt idx="63">
                  <c:v>1000000000</c:v>
                </c:pt>
              </c:numCache>
            </c:numRef>
          </c:xVal>
          <c:yVal>
            <c:numRef>
              <c:f>Distributions!$L$3:$L$66</c:f>
              <c:numCache>
                <c:formatCode>General</c:formatCode>
                <c:ptCount val="64"/>
                <c:pt idx="0">
                  <c:v>0.12121212121212122</c:v>
                </c:pt>
                <c:pt idx="1">
                  <c:v>0.12562814070351758</c:v>
                </c:pt>
                <c:pt idx="2">
                  <c:v>0.13043478260869565</c:v>
                </c:pt>
                <c:pt idx="3">
                  <c:v>0.14035087719298248</c:v>
                </c:pt>
                <c:pt idx="4">
                  <c:v>0.14028056112224449</c:v>
                </c:pt>
                <c:pt idx="5">
                  <c:v>0.14524207011686144</c:v>
                </c:pt>
                <c:pt idx="6">
                  <c:v>0.14306151645207441</c:v>
                </c:pt>
                <c:pt idx="7">
                  <c:v>0.14392991239048808</c:v>
                </c:pt>
                <c:pt idx="8">
                  <c:v>0.15239154616240266</c:v>
                </c:pt>
                <c:pt idx="9">
                  <c:v>0.14914914914914915</c:v>
                </c:pt>
                <c:pt idx="10">
                  <c:v>0.15807903951975988</c:v>
                </c:pt>
                <c:pt idx="11">
                  <c:v>0.16072024008002669</c:v>
                </c:pt>
                <c:pt idx="12">
                  <c:v>0.16254063515878969</c:v>
                </c:pt>
                <c:pt idx="13">
                  <c:v>0.16643328665733145</c:v>
                </c:pt>
                <c:pt idx="14">
                  <c:v>0.16719453242207036</c:v>
                </c:pt>
                <c:pt idx="15">
                  <c:v>0.16802400342906129</c:v>
                </c:pt>
                <c:pt idx="16">
                  <c:v>0.17102137767220901</c:v>
                </c:pt>
                <c:pt idx="17">
                  <c:v>0.17168574286031782</c:v>
                </c:pt>
                <c:pt idx="18">
                  <c:v>0.17121712171217121</c:v>
                </c:pt>
                <c:pt idx="19">
                  <c:v>0.17800890044502224</c:v>
                </c:pt>
                <c:pt idx="20">
                  <c:v>0.18060602020067335</c:v>
                </c:pt>
                <c:pt idx="21">
                  <c:v>0.18190454761369035</c:v>
                </c:pt>
                <c:pt idx="22">
                  <c:v>0.18384367687353748</c:v>
                </c:pt>
                <c:pt idx="23">
                  <c:v>0.18431973866231105</c:v>
                </c:pt>
                <c:pt idx="24">
                  <c:v>0.18554550779296847</c:v>
                </c:pt>
                <c:pt idx="25">
                  <c:v>0.18640233002912537</c:v>
                </c:pt>
                <c:pt idx="26">
                  <c:v>0.18682429804775608</c:v>
                </c:pt>
                <c:pt idx="27">
                  <c:v>0.18744187441874419</c:v>
                </c:pt>
                <c:pt idx="28">
                  <c:v>0.19110095550477751</c:v>
                </c:pt>
                <c:pt idx="29">
                  <c:v>0.19322731075770253</c:v>
                </c:pt>
                <c:pt idx="30">
                  <c:v>0.19437298593246483</c:v>
                </c:pt>
                <c:pt idx="31">
                  <c:v>0.19534039068078135</c:v>
                </c:pt>
                <c:pt idx="32">
                  <c:v>0.1959353265588776</c:v>
                </c:pt>
                <c:pt idx="33">
                  <c:v>0.19678885255550366</c:v>
                </c:pt>
                <c:pt idx="34">
                  <c:v>0.19721274651593315</c:v>
                </c:pt>
                <c:pt idx="35">
                  <c:v>0.19753466392740437</c:v>
                </c:pt>
                <c:pt idx="36">
                  <c:v>0.19806219806219807</c:v>
                </c:pt>
                <c:pt idx="37">
                  <c:v>0.20040810020405012</c:v>
                </c:pt>
                <c:pt idx="38">
                  <c:v>0.20176006725335574</c:v>
                </c:pt>
                <c:pt idx="39">
                  <c:v>0.20259655064913767</c:v>
                </c:pt>
                <c:pt idx="40">
                  <c:v>0.20319584063916812</c:v>
                </c:pt>
                <c:pt idx="41">
                  <c:v>0.20373870062311678</c:v>
                </c:pt>
                <c:pt idx="42">
                  <c:v>0.20413945773420825</c:v>
                </c:pt>
                <c:pt idx="43">
                  <c:v>0.20446940055867507</c:v>
                </c:pt>
                <c:pt idx="44">
                  <c:v>0.20477424497491611</c:v>
                </c:pt>
                <c:pt idx="45">
                  <c:v>0.20506962050696206</c:v>
                </c:pt>
                <c:pt idx="46">
                  <c:v>0.20661326033066302</c:v>
                </c:pt>
                <c:pt idx="47">
                  <c:v>0.20744797358159911</c:v>
                </c:pt>
                <c:pt idx="48">
                  <c:v>0.20803063020076576</c:v>
                </c:pt>
                <c:pt idx="49">
                  <c:v>0.20842204416844087</c:v>
                </c:pt>
                <c:pt idx="50">
                  <c:v>0.20876250347937506</c:v>
                </c:pt>
                <c:pt idx="51">
                  <c:v>0.2090085887001227</c:v>
                </c:pt>
                <c:pt idx="52">
                  <c:v>0.20923114011538926</c:v>
                </c:pt>
                <c:pt idx="53">
                  <c:v>0.20943603566040039</c:v>
                </c:pt>
                <c:pt idx="54">
                  <c:v>0.20959322209593223</c:v>
                </c:pt>
                <c:pt idx="55">
                  <c:v>0.21058928105294641</c:v>
                </c:pt>
                <c:pt idx="56">
                  <c:v>0.21110643737035478</c:v>
                </c:pt>
                <c:pt idx="57">
                  <c:v>0.21145009052862523</c:v>
                </c:pt>
                <c:pt idx="58">
                  <c:v>0.21169741842339485</c:v>
                </c:pt>
                <c:pt idx="59">
                  <c:v>0.21188939701981566</c:v>
                </c:pt>
                <c:pt idx="60">
                  <c:v>0.21204505744577865</c:v>
                </c:pt>
                <c:pt idx="61">
                  <c:v>0.21217912651522391</c:v>
                </c:pt>
                <c:pt idx="62">
                  <c:v>0.21229309245810343</c:v>
                </c:pt>
                <c:pt idx="63">
                  <c:v>0.21238594221238594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C88-4BF3-B65C-287A28630B88}"/>
            </c:ext>
          </c:extLst>
        </c:ser>
        <c:ser>
          <c:idx val="4"/>
          <c:order val="4"/>
          <c:tx>
            <c:v>5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Distributions!$A$3:$A$66</c:f>
              <c:numCache>
                <c:formatCode>#,##0</c:formatCode>
                <c:ptCount val="64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  <c:pt idx="55">
                  <c:v>200000000</c:v>
                </c:pt>
                <c:pt idx="56">
                  <c:v>300000000</c:v>
                </c:pt>
                <c:pt idx="57">
                  <c:v>400000000</c:v>
                </c:pt>
                <c:pt idx="58">
                  <c:v>500000000</c:v>
                </c:pt>
                <c:pt idx="59">
                  <c:v>600000000</c:v>
                </c:pt>
                <c:pt idx="60">
                  <c:v>700000000</c:v>
                </c:pt>
                <c:pt idx="61">
                  <c:v>800000000</c:v>
                </c:pt>
                <c:pt idx="62">
                  <c:v>900000000</c:v>
                </c:pt>
                <c:pt idx="63">
                  <c:v>1000000000</c:v>
                </c:pt>
              </c:numCache>
            </c:numRef>
          </c:xVal>
          <c:yVal>
            <c:numRef>
              <c:f>Distributions!$O$3:$O$66</c:f>
              <c:numCache>
                <c:formatCode>General</c:formatCode>
                <c:ptCount val="64"/>
                <c:pt idx="0">
                  <c:v>4.0404040404040407E-2</c:v>
                </c:pt>
                <c:pt idx="1">
                  <c:v>6.030150753768844E-2</c:v>
                </c:pt>
                <c:pt idx="2">
                  <c:v>6.6889632107023408E-2</c:v>
                </c:pt>
                <c:pt idx="3">
                  <c:v>6.5162907268170422E-2</c:v>
                </c:pt>
                <c:pt idx="4">
                  <c:v>7.2144288577154311E-2</c:v>
                </c:pt>
                <c:pt idx="5">
                  <c:v>7.0116861435726222E-2</c:v>
                </c:pt>
                <c:pt idx="6">
                  <c:v>7.5822603719599438E-2</c:v>
                </c:pt>
                <c:pt idx="7">
                  <c:v>7.5093867334167716E-2</c:v>
                </c:pt>
                <c:pt idx="8">
                  <c:v>7.2302558398220251E-2</c:v>
                </c:pt>
                <c:pt idx="9">
                  <c:v>7.6076076076076082E-2</c:v>
                </c:pt>
                <c:pt idx="10">
                  <c:v>8.254127063531766E-2</c:v>
                </c:pt>
                <c:pt idx="11">
                  <c:v>8.6028676225408468E-2</c:v>
                </c:pt>
                <c:pt idx="12">
                  <c:v>8.927231807951988E-2</c:v>
                </c:pt>
                <c:pt idx="13">
                  <c:v>9.0418083616723335E-2</c:v>
                </c:pt>
                <c:pt idx="14">
                  <c:v>9.2182030338389731E-2</c:v>
                </c:pt>
                <c:pt idx="15">
                  <c:v>9.3441920274324908E-2</c:v>
                </c:pt>
                <c:pt idx="16">
                  <c:v>9.3261657707213397E-2</c:v>
                </c:pt>
                <c:pt idx="17">
                  <c:v>9.4566062895877323E-2</c:v>
                </c:pt>
                <c:pt idx="18">
                  <c:v>9.6309630963096304E-2</c:v>
                </c:pt>
                <c:pt idx="19">
                  <c:v>0.10065503275163758</c:v>
                </c:pt>
                <c:pt idx="20">
                  <c:v>0.10363678789292977</c:v>
                </c:pt>
                <c:pt idx="21">
                  <c:v>0.10620265506637666</c:v>
                </c:pt>
                <c:pt idx="22">
                  <c:v>0.10712214244284886</c:v>
                </c:pt>
                <c:pt idx="23">
                  <c:v>0.10873514558575977</c:v>
                </c:pt>
                <c:pt idx="24">
                  <c:v>0.10957299389991286</c:v>
                </c:pt>
                <c:pt idx="25">
                  <c:v>0.11015137689221115</c:v>
                </c:pt>
                <c:pt idx="26">
                  <c:v>0.11122345803842265</c:v>
                </c:pt>
                <c:pt idx="27">
                  <c:v>0.11185111851118511</c:v>
                </c:pt>
                <c:pt idx="28">
                  <c:v>0.11583557917789589</c:v>
                </c:pt>
                <c:pt idx="29">
                  <c:v>0.11803706012353375</c:v>
                </c:pt>
                <c:pt idx="30">
                  <c:v>0.11968029920074801</c:v>
                </c:pt>
                <c:pt idx="31">
                  <c:v>0.12086824173648347</c:v>
                </c:pt>
                <c:pt idx="32">
                  <c:v>0.12191520319200531</c:v>
                </c:pt>
                <c:pt idx="33">
                  <c:v>0.12257874654106649</c:v>
                </c:pt>
                <c:pt idx="34">
                  <c:v>0.12336015420019275</c:v>
                </c:pt>
                <c:pt idx="35">
                  <c:v>0.12401902668780743</c:v>
                </c:pt>
                <c:pt idx="36">
                  <c:v>0.12446512446512446</c:v>
                </c:pt>
                <c:pt idx="37">
                  <c:v>0.12788856394428197</c:v>
                </c:pt>
                <c:pt idx="38">
                  <c:v>0.12973370991123664</c:v>
                </c:pt>
                <c:pt idx="39">
                  <c:v>0.1310427827606957</c:v>
                </c:pt>
                <c:pt idx="40">
                  <c:v>0.13205082641016527</c:v>
                </c:pt>
                <c:pt idx="41">
                  <c:v>0.13283152213858701</c:v>
                </c:pt>
                <c:pt idx="42">
                  <c:v>0.13348287621183946</c:v>
                </c:pt>
                <c:pt idx="43">
                  <c:v>0.1340705167588146</c:v>
                </c:pt>
                <c:pt idx="44">
                  <c:v>0.13456923717435967</c:v>
                </c:pt>
                <c:pt idx="45">
                  <c:v>0.13497791349779137</c:v>
                </c:pt>
                <c:pt idx="46">
                  <c:v>0.13780470689023536</c:v>
                </c:pt>
                <c:pt idx="47">
                  <c:v>0.13936963797898794</c:v>
                </c:pt>
                <c:pt idx="48">
                  <c:v>0.14042562851064072</c:v>
                </c:pt>
                <c:pt idx="49">
                  <c:v>0.14126612282532244</c:v>
                </c:pt>
                <c:pt idx="50">
                  <c:v>0.14190638569843977</c:v>
                </c:pt>
                <c:pt idx="51">
                  <c:v>0.14246895917812799</c:v>
                </c:pt>
                <c:pt idx="52">
                  <c:v>0.14294465178680815</c:v>
                </c:pt>
                <c:pt idx="53">
                  <c:v>0.14333844603709384</c:v>
                </c:pt>
                <c:pt idx="54">
                  <c:v>0.14371023143710232</c:v>
                </c:pt>
                <c:pt idx="55">
                  <c:v>0.14604162073020813</c:v>
                </c:pt>
                <c:pt idx="56">
                  <c:v>0.14734753715782511</c:v>
                </c:pt>
                <c:pt idx="57">
                  <c:v>0.14824160287060403</c:v>
                </c:pt>
                <c:pt idx="58">
                  <c:v>0.14892867829785736</c:v>
                </c:pt>
                <c:pt idx="59">
                  <c:v>0.14947820858246369</c:v>
                </c:pt>
                <c:pt idx="60">
                  <c:v>0.14994008021420011</c:v>
                </c:pt>
                <c:pt idx="61">
                  <c:v>0.15033180268791474</c:v>
                </c:pt>
                <c:pt idx="62">
                  <c:v>0.15067311794519236</c:v>
                </c:pt>
                <c:pt idx="63">
                  <c:v>0.15098238815098239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C88-4BF3-B65C-287A28630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9903903"/>
        <c:axId val="1149905343"/>
      </c:scatterChart>
      <c:valAx>
        <c:axId val="1149903903"/>
        <c:scaling>
          <c:logBase val="10"/>
          <c:orientation val="minMax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9905343"/>
        <c:crosses val="autoZero"/>
        <c:crossBetween val="midCat"/>
      </c:valAx>
      <c:valAx>
        <c:axId val="1149905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99039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Cumulative Frequencies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Distributions!$BH$3:$BH$57</c:f>
              <c:numCache>
                <c:formatCode>0.00</c:formatCode>
                <c:ptCount val="55"/>
                <c:pt idx="0">
                  <c:v>0.25252525252525254</c:v>
                </c:pt>
                <c:pt idx="1">
                  <c:v>0.23115577889447236</c:v>
                </c:pt>
                <c:pt idx="2">
                  <c:v>0.20735785953177258</c:v>
                </c:pt>
                <c:pt idx="3">
                  <c:v>0.19548872180451127</c:v>
                </c:pt>
                <c:pt idx="4">
                  <c:v>0.19038076152304609</c:v>
                </c:pt>
                <c:pt idx="5">
                  <c:v>0.18196994991652754</c:v>
                </c:pt>
                <c:pt idx="6">
                  <c:v>0.17882689556509299</c:v>
                </c:pt>
                <c:pt idx="7">
                  <c:v>0.17396745932415519</c:v>
                </c:pt>
                <c:pt idx="8">
                  <c:v>0.17130144605116795</c:v>
                </c:pt>
                <c:pt idx="9">
                  <c:v>0.16816816816816818</c:v>
                </c:pt>
                <c:pt idx="10">
                  <c:v>0.15157578789394696</c:v>
                </c:pt>
                <c:pt idx="11">
                  <c:v>0.14338112704234746</c:v>
                </c:pt>
                <c:pt idx="12">
                  <c:v>0.13753438359589898</c:v>
                </c:pt>
                <c:pt idx="13">
                  <c:v>0.13382676535307061</c:v>
                </c:pt>
                <c:pt idx="14">
                  <c:v>0.13052175362560428</c:v>
                </c:pt>
                <c:pt idx="15">
                  <c:v>0.12858979854264893</c:v>
                </c:pt>
                <c:pt idx="16">
                  <c:v>0.12589073634204273</c:v>
                </c:pt>
                <c:pt idx="17">
                  <c:v>0.1241249027669741</c:v>
                </c:pt>
                <c:pt idx="18">
                  <c:v>0.12291229122912291</c:v>
                </c:pt>
                <c:pt idx="19">
                  <c:v>0.11310565528276414</c:v>
                </c:pt>
                <c:pt idx="20">
                  <c:v>0.10817027234241142</c:v>
                </c:pt>
                <c:pt idx="21">
                  <c:v>0.10507762694067352</c:v>
                </c:pt>
                <c:pt idx="22">
                  <c:v>0.10266205324106482</c:v>
                </c:pt>
                <c:pt idx="23">
                  <c:v>0.10095168252804214</c:v>
                </c:pt>
                <c:pt idx="24">
                  <c:v>9.9072843897769963E-2</c:v>
                </c:pt>
                <c:pt idx="25">
                  <c:v>9.7963724546556816E-2</c:v>
                </c:pt>
                <c:pt idx="26">
                  <c:v>9.6812186802075581E-2</c:v>
                </c:pt>
                <c:pt idx="27">
                  <c:v>9.5920959209592094E-2</c:v>
                </c:pt>
                <c:pt idx="28">
                  <c:v>8.9920449602248015E-2</c:v>
                </c:pt>
                <c:pt idx="29">
                  <c:v>8.6656955523185086E-2</c:v>
                </c:pt>
                <c:pt idx="30">
                  <c:v>8.4650211625529062E-2</c:v>
                </c:pt>
                <c:pt idx="31">
                  <c:v>8.3076166152332306E-2</c:v>
                </c:pt>
                <c:pt idx="32">
                  <c:v>8.1830136383560639E-2</c:v>
                </c:pt>
                <c:pt idx="33">
                  <c:v>8.0775829679756689E-2</c:v>
                </c:pt>
                <c:pt idx="34">
                  <c:v>7.9938849923562399E-2</c:v>
                </c:pt>
                <c:pt idx="35">
                  <c:v>7.9193421326023694E-2</c:v>
                </c:pt>
                <c:pt idx="36">
                  <c:v>7.8498078498078494E-2</c:v>
                </c:pt>
                <c:pt idx="37">
                  <c:v>7.4466537233268612E-2</c:v>
                </c:pt>
                <c:pt idx="38">
                  <c:v>7.2272024090674694E-2</c:v>
                </c:pt>
                <c:pt idx="39">
                  <c:v>7.0786517696629428E-2</c:v>
                </c:pt>
                <c:pt idx="40">
                  <c:v>6.9702613940522781E-2</c:v>
                </c:pt>
                <c:pt idx="41">
                  <c:v>6.8808178134696349E-2</c:v>
                </c:pt>
                <c:pt idx="42">
                  <c:v>6.8092581156083035E-2</c:v>
                </c:pt>
                <c:pt idx="43">
                  <c:v>6.7472133434016673E-2</c:v>
                </c:pt>
                <c:pt idx="44">
                  <c:v>6.6943229660358858E-2</c:v>
                </c:pt>
                <c:pt idx="45">
                  <c:v>6.6457906645790668E-2</c:v>
                </c:pt>
                <c:pt idx="46">
                  <c:v>6.3530353176517659E-2</c:v>
                </c:pt>
                <c:pt idx="47">
                  <c:v>6.1928635397621182E-2</c:v>
                </c:pt>
                <c:pt idx="48">
                  <c:v>6.0841351521033787E-2</c:v>
                </c:pt>
                <c:pt idx="49">
                  <c:v>6.0022681200453627E-2</c:v>
                </c:pt>
                <c:pt idx="50">
                  <c:v>5.9368584322809739E-2</c:v>
                </c:pt>
                <c:pt idx="51">
                  <c:v>5.8829486554706947E-2</c:v>
                </c:pt>
                <c:pt idx="52">
                  <c:v>5.8367275729590946E-2</c:v>
                </c:pt>
                <c:pt idx="53">
                  <c:v>5.7966156199623961E-2</c:v>
                </c:pt>
                <c:pt idx="54">
                  <c:v>5.7614550576145507E-2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7D3-4C76-8F27-C32FD5A2FA8F}"/>
            </c:ext>
          </c:extLst>
        </c:ser>
        <c:ser>
          <c:idx val="1"/>
          <c:order val="1"/>
          <c:tx>
            <c:v>1,2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Distributions!$BI$3:$BI$57</c:f>
              <c:numCache>
                <c:formatCode>0.00</c:formatCode>
                <c:ptCount val="55"/>
                <c:pt idx="0">
                  <c:v>0.59595959595959602</c:v>
                </c:pt>
                <c:pt idx="1">
                  <c:v>0.542713567839196</c:v>
                </c:pt>
                <c:pt idx="2">
                  <c:v>0.52173913043478259</c:v>
                </c:pt>
                <c:pt idx="3">
                  <c:v>0.51127819548872178</c:v>
                </c:pt>
                <c:pt idx="4">
                  <c:v>0.49699398797595185</c:v>
                </c:pt>
                <c:pt idx="5">
                  <c:v>0.49248747913188645</c:v>
                </c:pt>
                <c:pt idx="6">
                  <c:v>0.48211731044349071</c:v>
                </c:pt>
                <c:pt idx="7">
                  <c:v>0.47684605757196497</c:v>
                </c:pt>
                <c:pt idx="8">
                  <c:v>0.47163515016685209</c:v>
                </c:pt>
                <c:pt idx="9">
                  <c:v>0.46746746746746748</c:v>
                </c:pt>
                <c:pt idx="10">
                  <c:v>0.44022011005502748</c:v>
                </c:pt>
                <c:pt idx="11">
                  <c:v>0.42380793597865957</c:v>
                </c:pt>
                <c:pt idx="12">
                  <c:v>0.41385346336584145</c:v>
                </c:pt>
                <c:pt idx="13">
                  <c:v>0.406881376275255</c:v>
                </c:pt>
                <c:pt idx="14">
                  <c:v>0.40090015002500423</c:v>
                </c:pt>
                <c:pt idx="15">
                  <c:v>0.3953421917416774</c:v>
                </c:pt>
                <c:pt idx="16">
                  <c:v>0.39204900612576571</c:v>
                </c:pt>
                <c:pt idx="17">
                  <c:v>0.38870985665073898</c:v>
                </c:pt>
                <c:pt idx="18">
                  <c:v>0.38543854385438542</c:v>
                </c:pt>
                <c:pt idx="19">
                  <c:v>0.36716835841792095</c:v>
                </c:pt>
                <c:pt idx="20">
                  <c:v>0.35687856261875395</c:v>
                </c:pt>
                <c:pt idx="21">
                  <c:v>0.34983374584364613</c:v>
                </c:pt>
                <c:pt idx="22">
                  <c:v>0.34486689733794679</c:v>
                </c:pt>
                <c:pt idx="23">
                  <c:v>0.34035567259454325</c:v>
                </c:pt>
                <c:pt idx="24">
                  <c:v>0.33749053557907971</c:v>
                </c:pt>
                <c:pt idx="25">
                  <c:v>0.33446668083351039</c:v>
                </c:pt>
                <c:pt idx="26">
                  <c:v>0.33197035522616919</c:v>
                </c:pt>
                <c:pt idx="27">
                  <c:v>0.3297032970329703</c:v>
                </c:pt>
                <c:pt idx="28">
                  <c:v>0.31607158035790178</c:v>
                </c:pt>
                <c:pt idx="29">
                  <c:v>0.30875769585898621</c:v>
                </c:pt>
                <c:pt idx="30">
                  <c:v>0.30353325883314708</c:v>
                </c:pt>
                <c:pt idx="31">
                  <c:v>0.29972859945719893</c:v>
                </c:pt>
                <c:pt idx="32">
                  <c:v>0.29662049436749061</c:v>
                </c:pt>
                <c:pt idx="33">
                  <c:v>0.29420756315366164</c:v>
                </c:pt>
                <c:pt idx="34">
                  <c:v>0.29201411501764374</c:v>
                </c:pt>
                <c:pt idx="35">
                  <c:v>0.29010032233369148</c:v>
                </c:pt>
                <c:pt idx="36">
                  <c:v>0.28853328853328852</c:v>
                </c:pt>
                <c:pt idx="37">
                  <c:v>0.27810863905431954</c:v>
                </c:pt>
                <c:pt idx="38">
                  <c:v>0.2724207574735858</c:v>
                </c:pt>
                <c:pt idx="39">
                  <c:v>0.2685330671332668</c:v>
                </c:pt>
                <c:pt idx="40">
                  <c:v>0.26555745311149059</c:v>
                </c:pt>
                <c:pt idx="41">
                  <c:v>0.26323854387309065</c:v>
                </c:pt>
                <c:pt idx="42">
                  <c:v>0.26126960875280125</c:v>
                </c:pt>
                <c:pt idx="43">
                  <c:v>0.25960053245006653</c:v>
                </c:pt>
                <c:pt idx="44">
                  <c:v>0.25815247312805256</c:v>
                </c:pt>
                <c:pt idx="45">
                  <c:v>0.25689032568903258</c:v>
                </c:pt>
                <c:pt idx="46">
                  <c:v>0.24874736243736811</c:v>
                </c:pt>
                <c:pt idx="47">
                  <c:v>0.2442518414750614</c:v>
                </c:pt>
                <c:pt idx="48">
                  <c:v>0.24117075602926891</c:v>
                </c:pt>
                <c:pt idx="49">
                  <c:v>0.23883408477668169</c:v>
                </c:pt>
                <c:pt idx="50">
                  <c:v>0.23696745394945756</c:v>
                </c:pt>
                <c:pt idx="51">
                  <c:v>0.23540443193434901</c:v>
                </c:pt>
                <c:pt idx="52">
                  <c:v>0.2340776654259708</c:v>
                </c:pt>
                <c:pt idx="53">
                  <c:v>0.23291775814353066</c:v>
                </c:pt>
                <c:pt idx="54">
                  <c:v>0.23188713231887131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7D3-4C76-8F27-C32FD5A2FA8F}"/>
            </c:ext>
          </c:extLst>
        </c:ser>
        <c:ser>
          <c:idx val="2"/>
          <c:order val="2"/>
          <c:tx>
            <c:v>1,2,3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Distributions!$BJ$3:$BJ$57</c:f>
              <c:numCache>
                <c:formatCode>0.00</c:formatCode>
                <c:ptCount val="55"/>
                <c:pt idx="0">
                  <c:v>0.81818181818181823</c:v>
                </c:pt>
                <c:pt idx="1">
                  <c:v>0.78391959798994981</c:v>
                </c:pt>
                <c:pt idx="2">
                  <c:v>0.76588628762541799</c:v>
                </c:pt>
                <c:pt idx="3">
                  <c:v>0.74937343358395991</c:v>
                </c:pt>
                <c:pt idx="4">
                  <c:v>0.74148296593186369</c:v>
                </c:pt>
                <c:pt idx="5">
                  <c:v>0.73288814691151916</c:v>
                </c:pt>
                <c:pt idx="6">
                  <c:v>0.72961373390557938</c:v>
                </c:pt>
                <c:pt idx="7">
                  <c:v>0.72465581977471838</c:v>
                </c:pt>
                <c:pt idx="8">
                  <c:v>0.71635150166852057</c:v>
                </c:pt>
                <c:pt idx="9">
                  <c:v>0.71471471471471471</c:v>
                </c:pt>
                <c:pt idx="10">
                  <c:v>0.68984492246123064</c:v>
                </c:pt>
                <c:pt idx="11">
                  <c:v>0.67789263087695906</c:v>
                </c:pt>
                <c:pt idx="12">
                  <c:v>0.66941735433858462</c:v>
                </c:pt>
                <c:pt idx="13">
                  <c:v>0.66153230646129213</c:v>
                </c:pt>
                <c:pt idx="14">
                  <c:v>0.6567761293548926</c:v>
                </c:pt>
                <c:pt idx="15">
                  <c:v>0.65266466638091158</c:v>
                </c:pt>
                <c:pt idx="16">
                  <c:v>0.6479559944993124</c:v>
                </c:pt>
                <c:pt idx="17">
                  <c:v>0.64462718079786652</c:v>
                </c:pt>
                <c:pt idx="18">
                  <c:v>0.64236423642364238</c:v>
                </c:pt>
                <c:pt idx="19">
                  <c:v>0.62308115405770292</c:v>
                </c:pt>
                <c:pt idx="20">
                  <c:v>0.61302043401446715</c:v>
                </c:pt>
                <c:pt idx="21">
                  <c:v>0.60629015725393143</c:v>
                </c:pt>
                <c:pt idx="22">
                  <c:v>0.60075201504030085</c:v>
                </c:pt>
                <c:pt idx="23">
                  <c:v>0.59689328155469257</c:v>
                </c:pt>
                <c:pt idx="24">
                  <c:v>0.59316561665166645</c:v>
                </c:pt>
                <c:pt idx="25">
                  <c:v>0.59014487681096006</c:v>
                </c:pt>
                <c:pt idx="26">
                  <c:v>0.58759541772686363</c:v>
                </c:pt>
                <c:pt idx="27">
                  <c:v>0.5852658526585266</c:v>
                </c:pt>
                <c:pt idx="28">
                  <c:v>0.57048785243926226</c:v>
                </c:pt>
                <c:pt idx="29">
                  <c:v>0.56213520711735709</c:v>
                </c:pt>
                <c:pt idx="30">
                  <c:v>0.55656639141597852</c:v>
                </c:pt>
                <c:pt idx="31">
                  <c:v>0.55225310450620912</c:v>
                </c:pt>
                <c:pt idx="32">
                  <c:v>0.54889591482652478</c:v>
                </c:pt>
                <c:pt idx="33">
                  <c:v>0.54587506553580789</c:v>
                </c:pt>
                <c:pt idx="34">
                  <c:v>0.54345442931803656</c:v>
                </c:pt>
                <c:pt idx="35">
                  <c:v>0.54137504597227326</c:v>
                </c:pt>
                <c:pt idx="36">
                  <c:v>0.53938653938653935</c:v>
                </c:pt>
                <c:pt idx="37">
                  <c:v>0.52725926362963182</c:v>
                </c:pt>
                <c:pt idx="38">
                  <c:v>0.52039984013328</c:v>
                </c:pt>
                <c:pt idx="39">
                  <c:v>0.51569587892396973</c:v>
                </c:pt>
                <c:pt idx="40">
                  <c:v>0.5121337024267405</c:v>
                </c:pt>
                <c:pt idx="41">
                  <c:v>0.50921641820273633</c:v>
                </c:pt>
                <c:pt idx="42">
                  <c:v>0.50681692954527569</c:v>
                </c:pt>
                <c:pt idx="43">
                  <c:v>0.5047584380948047</c:v>
                </c:pt>
                <c:pt idx="44">
                  <c:v>0.50294494477166052</c:v>
                </c:pt>
                <c:pt idx="45">
                  <c:v>0.501326250132625</c:v>
                </c:pt>
                <c:pt idx="46">
                  <c:v>0.4911151745557587</c:v>
                </c:pt>
                <c:pt idx="47">
                  <c:v>0.48535658284521943</c:v>
                </c:pt>
                <c:pt idx="48">
                  <c:v>0.48135436203385906</c:v>
                </c:pt>
                <c:pt idx="49">
                  <c:v>0.47832140956642821</c:v>
                </c:pt>
                <c:pt idx="50">
                  <c:v>0.47586257459770959</c:v>
                </c:pt>
                <c:pt idx="51">
                  <c:v>0.4738229924831856</c:v>
                </c:pt>
                <c:pt idx="52">
                  <c:v>0.47206276840078459</c:v>
                </c:pt>
                <c:pt idx="53">
                  <c:v>0.47052060522800676</c:v>
                </c:pt>
                <c:pt idx="54">
                  <c:v>0.46916018469160181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7D3-4C76-8F27-C32FD5A2FA8F}"/>
            </c:ext>
          </c:extLst>
        </c:ser>
        <c:ser>
          <c:idx val="3"/>
          <c:order val="3"/>
          <c:tx>
            <c:v>1,2,3,4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Distributions!$BK$3:$BK$57</c:f>
              <c:numCache>
                <c:formatCode>0.00</c:formatCode>
                <c:ptCount val="55"/>
                <c:pt idx="0">
                  <c:v>0.93939393939393945</c:v>
                </c:pt>
                <c:pt idx="1">
                  <c:v>0.90954773869346739</c:v>
                </c:pt>
                <c:pt idx="2">
                  <c:v>0.89632107023411367</c:v>
                </c:pt>
                <c:pt idx="3">
                  <c:v>0.88972431077694236</c:v>
                </c:pt>
                <c:pt idx="4">
                  <c:v>0.88176352705410821</c:v>
                </c:pt>
                <c:pt idx="5">
                  <c:v>0.87813021702838057</c:v>
                </c:pt>
                <c:pt idx="6">
                  <c:v>0.87267525035765381</c:v>
                </c:pt>
                <c:pt idx="7">
                  <c:v>0.8685857321652064</c:v>
                </c:pt>
                <c:pt idx="8">
                  <c:v>0.86874304783092327</c:v>
                </c:pt>
                <c:pt idx="9">
                  <c:v>0.86386386386386382</c:v>
                </c:pt>
                <c:pt idx="10">
                  <c:v>0.84792396198099051</c:v>
                </c:pt>
                <c:pt idx="11">
                  <c:v>0.83861287095698578</c:v>
                </c:pt>
                <c:pt idx="12">
                  <c:v>0.83195798949737432</c:v>
                </c:pt>
                <c:pt idx="13">
                  <c:v>0.82796559311862361</c:v>
                </c:pt>
                <c:pt idx="14">
                  <c:v>0.82397066177696299</c:v>
                </c:pt>
                <c:pt idx="15">
                  <c:v>0.8206886698099729</c:v>
                </c:pt>
                <c:pt idx="16">
                  <c:v>0.81897737217152144</c:v>
                </c:pt>
                <c:pt idx="17">
                  <c:v>0.81631292365818431</c:v>
                </c:pt>
                <c:pt idx="18">
                  <c:v>0.81358135813581356</c:v>
                </c:pt>
                <c:pt idx="19">
                  <c:v>0.80109005450272519</c:v>
                </c:pt>
                <c:pt idx="20">
                  <c:v>0.79362645421514055</c:v>
                </c:pt>
                <c:pt idx="21">
                  <c:v>0.78819470486762178</c:v>
                </c:pt>
                <c:pt idx="22">
                  <c:v>0.78459569191383838</c:v>
                </c:pt>
                <c:pt idx="23">
                  <c:v>0.78121302021700356</c:v>
                </c:pt>
                <c:pt idx="24">
                  <c:v>0.77871112444463497</c:v>
                </c:pt>
                <c:pt idx="25">
                  <c:v>0.77654720684008538</c:v>
                </c:pt>
                <c:pt idx="26">
                  <c:v>0.77441971577461977</c:v>
                </c:pt>
                <c:pt idx="27">
                  <c:v>0.77270772707727076</c:v>
                </c:pt>
                <c:pt idx="28">
                  <c:v>0.76158880794403983</c:v>
                </c:pt>
                <c:pt idx="29">
                  <c:v>0.75536251787505959</c:v>
                </c:pt>
                <c:pt idx="30">
                  <c:v>0.7509393773484434</c:v>
                </c:pt>
                <c:pt idx="31">
                  <c:v>0.74759349518699048</c:v>
                </c:pt>
                <c:pt idx="32">
                  <c:v>0.74483124138540235</c:v>
                </c:pt>
                <c:pt idx="33">
                  <c:v>0.74266391809131149</c:v>
                </c:pt>
                <c:pt idx="34">
                  <c:v>0.74066717583396968</c:v>
                </c:pt>
                <c:pt idx="35">
                  <c:v>0.73890970989967764</c:v>
                </c:pt>
                <c:pt idx="36">
                  <c:v>0.7374487374487374</c:v>
                </c:pt>
                <c:pt idx="37">
                  <c:v>0.72766736383368191</c:v>
                </c:pt>
                <c:pt idx="38">
                  <c:v>0.72215990738663571</c:v>
                </c:pt>
                <c:pt idx="39">
                  <c:v>0.71829242957310746</c:v>
                </c:pt>
                <c:pt idx="40">
                  <c:v>0.71532954306590857</c:v>
                </c:pt>
                <c:pt idx="41">
                  <c:v>0.71295511882585316</c:v>
                </c:pt>
                <c:pt idx="42">
                  <c:v>0.71095638727948396</c:v>
                </c:pt>
                <c:pt idx="43">
                  <c:v>0.70922783865347983</c:v>
                </c:pt>
                <c:pt idx="44">
                  <c:v>0.70771918974657666</c:v>
                </c:pt>
                <c:pt idx="45">
                  <c:v>0.70639587063958709</c:v>
                </c:pt>
                <c:pt idx="46">
                  <c:v>0.69772843488642167</c:v>
                </c:pt>
                <c:pt idx="47">
                  <c:v>0.6928045564268186</c:v>
                </c:pt>
                <c:pt idx="48">
                  <c:v>0.68938499223462479</c:v>
                </c:pt>
                <c:pt idx="49">
                  <c:v>0.68674345373486911</c:v>
                </c:pt>
                <c:pt idx="50">
                  <c:v>0.68462507807708461</c:v>
                </c:pt>
                <c:pt idx="51">
                  <c:v>0.68283158118330833</c:v>
                </c:pt>
                <c:pt idx="52">
                  <c:v>0.68129390851617389</c:v>
                </c:pt>
                <c:pt idx="53">
                  <c:v>0.67995664088840713</c:v>
                </c:pt>
                <c:pt idx="54">
                  <c:v>0.67875340678753404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7D3-4C76-8F27-C32FD5A2FA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6872416"/>
        <c:axId val="1646875296"/>
      </c:scatterChart>
      <c:valAx>
        <c:axId val="1646872416"/>
        <c:scaling>
          <c:logBase val="10"/>
          <c:orientation val="minMax"/>
          <c:max val="100000000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875296"/>
        <c:crosses val="autoZero"/>
        <c:crossBetween val="midCat"/>
      </c:valAx>
      <c:valAx>
        <c:axId val="1646875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8724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Landau Frequencies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LandauAlone!$A$2:$A$48</c:f>
              <c:numCache>
                <c:formatCode>0.E+00</c:formatCode>
                <c:ptCount val="47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5000</c:v>
                </c:pt>
                <c:pt idx="6">
                  <c:v>10000</c:v>
                </c:pt>
                <c:pt idx="7">
                  <c:v>50000</c:v>
                </c:pt>
                <c:pt idx="8">
                  <c:v>100000</c:v>
                </c:pt>
                <c:pt idx="9">
                  <c:v>500000</c:v>
                </c:pt>
                <c:pt idx="10">
                  <c:v>1000000</c:v>
                </c:pt>
                <c:pt idx="11">
                  <c:v>5000000</c:v>
                </c:pt>
                <c:pt idx="12">
                  <c:v>10000000</c:v>
                </c:pt>
                <c:pt idx="13">
                  <c:v>50000000</c:v>
                </c:pt>
                <c:pt idx="14">
                  <c:v>100000000</c:v>
                </c:pt>
                <c:pt idx="15">
                  <c:v>500000000</c:v>
                </c:pt>
                <c:pt idx="16">
                  <c:v>1000000000</c:v>
                </c:pt>
                <c:pt idx="17">
                  <c:v>5000000000</c:v>
                </c:pt>
                <c:pt idx="18">
                  <c:v>10000000000</c:v>
                </c:pt>
                <c:pt idx="19">
                  <c:v>50000000000</c:v>
                </c:pt>
                <c:pt idx="20">
                  <c:v>100000000000</c:v>
                </c:pt>
                <c:pt idx="21">
                  <c:v>500000000000</c:v>
                </c:pt>
                <c:pt idx="22">
                  <c:v>1000000000000</c:v>
                </c:pt>
                <c:pt idx="23">
                  <c:v>5000000000000</c:v>
                </c:pt>
                <c:pt idx="24">
                  <c:v>10000000000000</c:v>
                </c:pt>
                <c:pt idx="25">
                  <c:v>50000000000000</c:v>
                </c:pt>
                <c:pt idx="26">
                  <c:v>100000000000000</c:v>
                </c:pt>
                <c:pt idx="27">
                  <c:v>500000000000000</c:v>
                </c:pt>
                <c:pt idx="28">
                  <c:v>1000000000000000</c:v>
                </c:pt>
                <c:pt idx="29">
                  <c:v>5000000000000000</c:v>
                </c:pt>
                <c:pt idx="30">
                  <c:v>1E+16</c:v>
                </c:pt>
                <c:pt idx="31">
                  <c:v>5E+16</c:v>
                </c:pt>
                <c:pt idx="32">
                  <c:v>1E+17</c:v>
                </c:pt>
                <c:pt idx="33">
                  <c:v>5E+17</c:v>
                </c:pt>
                <c:pt idx="34">
                  <c:v>1E+18</c:v>
                </c:pt>
                <c:pt idx="35">
                  <c:v>5E+18</c:v>
                </c:pt>
                <c:pt idx="36">
                  <c:v>1E+19</c:v>
                </c:pt>
                <c:pt idx="37">
                  <c:v>5E+19</c:v>
                </c:pt>
                <c:pt idx="38">
                  <c:v>1E+20</c:v>
                </c:pt>
                <c:pt idx="39">
                  <c:v>5E+20</c:v>
                </c:pt>
                <c:pt idx="40">
                  <c:v>1E+21</c:v>
                </c:pt>
                <c:pt idx="41">
                  <c:v>5E+21</c:v>
                </c:pt>
                <c:pt idx="42">
                  <c:v>1E+22</c:v>
                </c:pt>
                <c:pt idx="43">
                  <c:v>4.9999999999999996E+22</c:v>
                </c:pt>
                <c:pt idx="44">
                  <c:v>9.9999999999999992E+22</c:v>
                </c:pt>
                <c:pt idx="45">
                  <c:v>4.9999999999999999E+23</c:v>
                </c:pt>
                <c:pt idx="46">
                  <c:v>9.9999999999999998E+23</c:v>
                </c:pt>
              </c:numCache>
            </c:numRef>
          </c:xVal>
          <c:yVal>
            <c:numRef>
              <c:f>LandauAlone!$B$2:$B$48</c:f>
              <c:numCache>
                <c:formatCode>0.000</c:formatCode>
                <c:ptCount val="47"/>
                <c:pt idx="0">
                  <c:v>0.43429448190325176</c:v>
                </c:pt>
                <c:pt idx="1">
                  <c:v>0.25562221863533147</c:v>
                </c:pt>
                <c:pt idx="2">
                  <c:v>0.21714724095162588</c:v>
                </c:pt>
                <c:pt idx="3">
                  <c:v>0.16091119249400249</c:v>
                </c:pt>
                <c:pt idx="4">
                  <c:v>0.14476482730108395</c:v>
                </c:pt>
                <c:pt idx="5">
                  <c:v>0.11740957114930958</c:v>
                </c:pt>
                <c:pt idx="6">
                  <c:v>0.10857362047581294</c:v>
                </c:pt>
                <c:pt idx="7">
                  <c:v>9.2423335646429433E-2</c:v>
                </c:pt>
                <c:pt idx="8">
                  <c:v>8.6858896380650363E-2</c:v>
                </c:pt>
                <c:pt idx="9">
                  <c:v>7.6205784830034567E-2</c:v>
                </c:pt>
                <c:pt idx="10">
                  <c:v>7.2382413650541974E-2</c:v>
                </c:pt>
                <c:pt idx="11">
                  <c:v>6.4830038292774492E-2</c:v>
                </c:pt>
                <c:pt idx="12">
                  <c:v>6.2042068843321689E-2</c:v>
                </c:pt>
                <c:pt idx="13">
                  <c:v>5.6409426411410814E-2</c:v>
                </c:pt>
                <c:pt idx="14">
                  <c:v>5.428681023790647E-2</c:v>
                </c:pt>
                <c:pt idx="15">
                  <c:v>4.9924816580213159E-2</c:v>
                </c:pt>
                <c:pt idx="16">
                  <c:v>4.8254942433694652E-2</c:v>
                </c:pt>
                <c:pt idx="17">
                  <c:v>4.4777381691983406E-2</c:v>
                </c:pt>
                <c:pt idx="18">
                  <c:v>4.3429448190325182E-2</c:v>
                </c:pt>
                <c:pt idx="19">
                  <c:v>4.0592176791526977E-2</c:v>
                </c:pt>
                <c:pt idx="20">
                  <c:v>3.9481316536659254E-2</c:v>
                </c:pt>
                <c:pt idx="21">
                  <c:v>3.7122454518841247E-2</c:v>
                </c:pt>
                <c:pt idx="22">
                  <c:v>3.6191206825270987E-2</c:v>
                </c:pt>
                <c:pt idx="23">
                  <c:v>3.4199189521273266E-2</c:v>
                </c:pt>
                <c:pt idx="24">
                  <c:v>3.3407267838711681E-2</c:v>
                </c:pt>
                <c:pt idx="25">
                  <c:v>3.170271062465195E-2</c:v>
                </c:pt>
                <c:pt idx="26">
                  <c:v>3.1021034421660845E-2</c:v>
                </c:pt>
                <c:pt idx="27">
                  <c:v>2.9545912521431111E-2</c:v>
                </c:pt>
                <c:pt idx="28">
                  <c:v>2.8952965460216789E-2</c:v>
                </c:pt>
                <c:pt idx="29">
                  <c:v>2.7663883795134375E-2</c:v>
                </c:pt>
                <c:pt idx="30">
                  <c:v>2.7143405118953235E-2</c:v>
                </c:pt>
                <c:pt idx="31">
                  <c:v>2.6007261632932082E-2</c:v>
                </c:pt>
                <c:pt idx="32">
                  <c:v>2.5546734229603046E-2</c:v>
                </c:pt>
                <c:pt idx="33">
                  <c:v>2.4537839309115465E-2</c:v>
                </c:pt>
                <c:pt idx="34">
                  <c:v>2.4127471216847326E-2</c:v>
                </c:pt>
                <c:pt idx="35">
                  <c:v>2.3225583109794029E-2</c:v>
                </c:pt>
                <c:pt idx="36">
                  <c:v>2.2857604310697464E-2</c:v>
                </c:pt>
                <c:pt idx="37">
                  <c:v>2.2046557855951734E-2</c:v>
                </c:pt>
                <c:pt idx="38">
                  <c:v>2.1714724095162591E-2</c:v>
                </c:pt>
                <c:pt idx="39">
                  <c:v>2.0981453754089014E-2</c:v>
                </c:pt>
                <c:pt idx="40">
                  <c:v>2.0680689614440563E-2</c:v>
                </c:pt>
                <c:pt idx="41">
                  <c:v>2.0014520588602522E-2</c:v>
                </c:pt>
                <c:pt idx="42">
                  <c:v>1.9740658268329627E-2</c:v>
                </c:pt>
                <c:pt idx="43">
                  <c:v>1.9132783638213177E-2</c:v>
                </c:pt>
                <c:pt idx="44">
                  <c:v>1.8882368778402252E-2</c:v>
                </c:pt>
                <c:pt idx="45">
                  <c:v>1.83254581031915E-2</c:v>
                </c:pt>
                <c:pt idx="46">
                  <c:v>1.8095603412635494E-2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CF5-4743-AF54-61C555A403D1}"/>
            </c:ext>
          </c:extLst>
        </c:ser>
        <c:ser>
          <c:idx val="1"/>
          <c:order val="1"/>
          <c:tx>
            <c:v>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LandauAlone!$A$2:$A$48</c:f>
              <c:numCache>
                <c:formatCode>0.E+00</c:formatCode>
                <c:ptCount val="47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5000</c:v>
                </c:pt>
                <c:pt idx="6">
                  <c:v>10000</c:v>
                </c:pt>
                <c:pt idx="7">
                  <c:v>50000</c:v>
                </c:pt>
                <c:pt idx="8">
                  <c:v>100000</c:v>
                </c:pt>
                <c:pt idx="9">
                  <c:v>500000</c:v>
                </c:pt>
                <c:pt idx="10">
                  <c:v>1000000</c:v>
                </c:pt>
                <c:pt idx="11">
                  <c:v>5000000</c:v>
                </c:pt>
                <c:pt idx="12">
                  <c:v>10000000</c:v>
                </c:pt>
                <c:pt idx="13">
                  <c:v>50000000</c:v>
                </c:pt>
                <c:pt idx="14">
                  <c:v>100000000</c:v>
                </c:pt>
                <c:pt idx="15">
                  <c:v>500000000</c:v>
                </c:pt>
                <c:pt idx="16">
                  <c:v>1000000000</c:v>
                </c:pt>
                <c:pt idx="17">
                  <c:v>5000000000</c:v>
                </c:pt>
                <c:pt idx="18">
                  <c:v>10000000000</c:v>
                </c:pt>
                <c:pt idx="19">
                  <c:v>50000000000</c:v>
                </c:pt>
                <c:pt idx="20">
                  <c:v>100000000000</c:v>
                </c:pt>
                <c:pt idx="21">
                  <c:v>500000000000</c:v>
                </c:pt>
                <c:pt idx="22">
                  <c:v>1000000000000</c:v>
                </c:pt>
                <c:pt idx="23">
                  <c:v>5000000000000</c:v>
                </c:pt>
                <c:pt idx="24">
                  <c:v>10000000000000</c:v>
                </c:pt>
                <c:pt idx="25">
                  <c:v>50000000000000</c:v>
                </c:pt>
                <c:pt idx="26">
                  <c:v>100000000000000</c:v>
                </c:pt>
                <c:pt idx="27">
                  <c:v>500000000000000</c:v>
                </c:pt>
                <c:pt idx="28">
                  <c:v>1000000000000000</c:v>
                </c:pt>
                <c:pt idx="29">
                  <c:v>5000000000000000</c:v>
                </c:pt>
                <c:pt idx="30">
                  <c:v>1E+16</c:v>
                </c:pt>
                <c:pt idx="31">
                  <c:v>5E+16</c:v>
                </c:pt>
                <c:pt idx="32">
                  <c:v>1E+17</c:v>
                </c:pt>
                <c:pt idx="33">
                  <c:v>5E+17</c:v>
                </c:pt>
                <c:pt idx="34">
                  <c:v>1E+18</c:v>
                </c:pt>
                <c:pt idx="35">
                  <c:v>5E+18</c:v>
                </c:pt>
                <c:pt idx="36">
                  <c:v>1E+19</c:v>
                </c:pt>
                <c:pt idx="37">
                  <c:v>5E+19</c:v>
                </c:pt>
                <c:pt idx="38">
                  <c:v>1E+20</c:v>
                </c:pt>
                <c:pt idx="39">
                  <c:v>5E+20</c:v>
                </c:pt>
                <c:pt idx="40">
                  <c:v>1E+21</c:v>
                </c:pt>
                <c:pt idx="41">
                  <c:v>5E+21</c:v>
                </c:pt>
                <c:pt idx="42">
                  <c:v>1E+22</c:v>
                </c:pt>
                <c:pt idx="43">
                  <c:v>4.9999999999999996E+22</c:v>
                </c:pt>
                <c:pt idx="44">
                  <c:v>9.9999999999999992E+22</c:v>
                </c:pt>
                <c:pt idx="45">
                  <c:v>4.9999999999999999E+23</c:v>
                </c:pt>
                <c:pt idx="46">
                  <c:v>9.9999999999999998E+23</c:v>
                </c:pt>
              </c:numCache>
            </c:numRef>
          </c:xVal>
          <c:yVal>
            <c:numRef>
              <c:f>LandauAlone!$C$2:$C$48</c:f>
              <c:numCache>
                <c:formatCode>0.000</c:formatCode>
                <c:ptCount val="47"/>
                <c:pt idx="0">
                  <c:v>0.36221568869946325</c:v>
                </c:pt>
                <c:pt idx="1">
                  <c:v>0.348682671598747</c:v>
                </c:pt>
                <c:pt idx="2">
                  <c:v>0.33162284218172217</c:v>
                </c:pt>
                <c:pt idx="3">
                  <c:v>0.2939690864922857</c:v>
                </c:pt>
                <c:pt idx="4">
                  <c:v>0.27977898113970856</c:v>
                </c:pt>
                <c:pt idx="5">
                  <c:v>0.25150149829833091</c:v>
                </c:pt>
                <c:pt idx="6">
                  <c:v>0.24106892000685637</c:v>
                </c:pt>
                <c:pt idx="7">
                  <c:v>0.22009469319395711</c:v>
                </c:pt>
                <c:pt idx="8">
                  <c:v>0.21223713860709639</c:v>
                </c:pt>
                <c:pt idx="9">
                  <c:v>0.19617791618232119</c:v>
                </c:pt>
                <c:pt idx="10">
                  <c:v>0.19006115651385116</c:v>
                </c:pt>
                <c:pt idx="11">
                  <c:v>0.17737409200306545</c:v>
                </c:pt>
                <c:pt idx="12">
                  <c:v>0.17247338981624571</c:v>
                </c:pt>
                <c:pt idx="13">
                  <c:v>0.16218381362575326</c:v>
                </c:pt>
                <c:pt idx="14">
                  <c:v>0.15816320946142584</c:v>
                </c:pt>
                <c:pt idx="15">
                  <c:v>0.14963651114657553</c:v>
                </c:pt>
                <c:pt idx="16">
                  <c:v>0.14627313312653201</c:v>
                </c:pt>
                <c:pt idx="17">
                  <c:v>0.13908088222794857</c:v>
                </c:pt>
                <c:pt idx="18">
                  <c:v>0.13622156886994632</c:v>
                </c:pt>
                <c:pt idx="19">
                  <c:v>0.13006463781719349</c:v>
                </c:pt>
                <c:pt idx="20">
                  <c:v>0.12760076125978984</c:v>
                </c:pt>
                <c:pt idx="21">
                  <c:v>0.12226403825562195</c:v>
                </c:pt>
                <c:pt idx="22">
                  <c:v>0.120116411228924</c:v>
                </c:pt>
                <c:pt idx="23">
                  <c:v>0.11544118818820699</c:v>
                </c:pt>
                <c:pt idx="24">
                  <c:v>0.11355069546202308</c:v>
                </c:pt>
                <c:pt idx="25">
                  <c:v>0.10941724837374429</c:v>
                </c:pt>
                <c:pt idx="26">
                  <c:v>0.10773883745555009</c:v>
                </c:pt>
                <c:pt idx="27">
                  <c:v>0.10405508630202323</c:v>
                </c:pt>
                <c:pt idx="28">
                  <c:v>0.10255379651700963</c:v>
                </c:pt>
                <c:pt idx="29">
                  <c:v>9.9247711660872082E-2</c:v>
                </c:pt>
                <c:pt idx="30">
                  <c:v>9.7895979459711735E-2</c:v>
                </c:pt>
                <c:pt idx="31">
                  <c:v>9.491036710017986E-2</c:v>
                </c:pt>
                <c:pt idx="32">
                  <c:v>9.3686153533984545E-2</c:v>
                </c:pt>
                <c:pt idx="33">
                  <c:v>9.0974993546748165E-2</c:v>
                </c:pt>
                <c:pt idx="34">
                  <c:v>8.9860455211264956E-2</c:v>
                </c:pt>
                <c:pt idx="35">
                  <c:v>8.7386277065848422E-2</c:v>
                </c:pt>
                <c:pt idx="36">
                  <c:v>8.636680471854169E-2</c:v>
                </c:pt>
                <c:pt idx="37">
                  <c:v>8.4098773044024369E-2</c:v>
                </c:pt>
                <c:pt idx="38">
                  <c:v>8.3162284218172219E-2</c:v>
                </c:pt>
                <c:pt idx="39">
                  <c:v>8.1074779254045742E-2</c:v>
                </c:pt>
                <c:pt idx="40">
                  <c:v>8.0211189687303938E-2</c:v>
                </c:pt>
                <c:pt idx="41">
                  <c:v>7.8282739126713713E-2</c:v>
                </c:pt>
                <c:pt idx="42">
                  <c:v>7.7483562250984975E-2</c:v>
                </c:pt>
                <c:pt idx="43">
                  <c:v>7.5696026706378053E-2</c:v>
                </c:pt>
                <c:pt idx="44">
                  <c:v>7.4954066292045915E-2</c:v>
                </c:pt>
                <c:pt idx="45">
                  <c:v>7.3292010566684759E-2</c:v>
                </c:pt>
                <c:pt idx="46">
                  <c:v>7.2601122100461227E-2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CF5-4743-AF54-61C555A403D1}"/>
            </c:ext>
          </c:extLst>
        </c:ser>
        <c:ser>
          <c:idx val="2"/>
          <c:order val="2"/>
          <c:tx>
            <c:v>3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LandauAlone!$A$2:$A$48</c:f>
              <c:numCache>
                <c:formatCode>0.E+00</c:formatCode>
                <c:ptCount val="47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5000</c:v>
                </c:pt>
                <c:pt idx="6">
                  <c:v>10000</c:v>
                </c:pt>
                <c:pt idx="7">
                  <c:v>50000</c:v>
                </c:pt>
                <c:pt idx="8">
                  <c:v>100000</c:v>
                </c:pt>
                <c:pt idx="9">
                  <c:v>500000</c:v>
                </c:pt>
                <c:pt idx="10">
                  <c:v>1000000</c:v>
                </c:pt>
                <c:pt idx="11">
                  <c:v>5000000</c:v>
                </c:pt>
                <c:pt idx="12">
                  <c:v>10000000</c:v>
                </c:pt>
                <c:pt idx="13">
                  <c:v>50000000</c:v>
                </c:pt>
                <c:pt idx="14">
                  <c:v>100000000</c:v>
                </c:pt>
                <c:pt idx="15">
                  <c:v>500000000</c:v>
                </c:pt>
                <c:pt idx="16">
                  <c:v>1000000000</c:v>
                </c:pt>
                <c:pt idx="17">
                  <c:v>5000000000</c:v>
                </c:pt>
                <c:pt idx="18">
                  <c:v>10000000000</c:v>
                </c:pt>
                <c:pt idx="19">
                  <c:v>50000000000</c:v>
                </c:pt>
                <c:pt idx="20">
                  <c:v>100000000000</c:v>
                </c:pt>
                <c:pt idx="21">
                  <c:v>500000000000</c:v>
                </c:pt>
                <c:pt idx="22">
                  <c:v>1000000000000</c:v>
                </c:pt>
                <c:pt idx="23">
                  <c:v>5000000000000</c:v>
                </c:pt>
                <c:pt idx="24">
                  <c:v>10000000000000</c:v>
                </c:pt>
                <c:pt idx="25">
                  <c:v>50000000000000</c:v>
                </c:pt>
                <c:pt idx="26">
                  <c:v>100000000000000</c:v>
                </c:pt>
                <c:pt idx="27">
                  <c:v>500000000000000</c:v>
                </c:pt>
                <c:pt idx="28">
                  <c:v>1000000000000000</c:v>
                </c:pt>
                <c:pt idx="29">
                  <c:v>5000000000000000</c:v>
                </c:pt>
                <c:pt idx="30">
                  <c:v>1E+16</c:v>
                </c:pt>
                <c:pt idx="31">
                  <c:v>5E+16</c:v>
                </c:pt>
                <c:pt idx="32">
                  <c:v>1E+17</c:v>
                </c:pt>
                <c:pt idx="33">
                  <c:v>5E+17</c:v>
                </c:pt>
                <c:pt idx="34">
                  <c:v>1E+18</c:v>
                </c:pt>
                <c:pt idx="35">
                  <c:v>5E+18</c:v>
                </c:pt>
                <c:pt idx="36">
                  <c:v>1E+19</c:v>
                </c:pt>
                <c:pt idx="37">
                  <c:v>5E+19</c:v>
                </c:pt>
                <c:pt idx="38">
                  <c:v>1E+20</c:v>
                </c:pt>
                <c:pt idx="39">
                  <c:v>5E+20</c:v>
                </c:pt>
                <c:pt idx="40">
                  <c:v>1E+21</c:v>
                </c:pt>
                <c:pt idx="41">
                  <c:v>5E+21</c:v>
                </c:pt>
                <c:pt idx="42">
                  <c:v>1E+22</c:v>
                </c:pt>
                <c:pt idx="43">
                  <c:v>4.9999999999999996E+22</c:v>
                </c:pt>
                <c:pt idx="44">
                  <c:v>9.9999999999999992E+22</c:v>
                </c:pt>
                <c:pt idx="45">
                  <c:v>4.9999999999999999E+23</c:v>
                </c:pt>
                <c:pt idx="46">
                  <c:v>9.9999999999999998E+23</c:v>
                </c:pt>
              </c:numCache>
            </c:numRef>
          </c:xVal>
          <c:yVal>
            <c:numRef>
              <c:f>LandauAlone!$D$2:$D$48</c:f>
              <c:numCache>
                <c:formatCode>0.000</c:formatCode>
                <c:ptCount val="47"/>
                <c:pt idx="0">
                  <c:v>0.15104981827659286</c:v>
                </c:pt>
                <c:pt idx="1">
                  <c:v>0.23781110680109566</c:v>
                </c:pt>
                <c:pt idx="2">
                  <c:v>0.25322382401621757</c:v>
                </c:pt>
                <c:pt idx="3">
                  <c:v>0.2685264538584845</c:v>
                </c:pt>
                <c:pt idx="4">
                  <c:v>0.27035668728002998</c:v>
                </c:pt>
                <c:pt idx="5">
                  <c:v>0.26936902599646911</c:v>
                </c:pt>
                <c:pt idx="6">
                  <c:v>0.26762589263668463</c:v>
                </c:pt>
                <c:pt idx="7">
                  <c:v>0.26206408605213299</c:v>
                </c:pt>
                <c:pt idx="8">
                  <c:v>0.25929757849284896</c:v>
                </c:pt>
                <c:pt idx="9">
                  <c:v>0.25251216087777667</c:v>
                </c:pt>
                <c:pt idx="10">
                  <c:v>0.24953052401501499</c:v>
                </c:pt>
                <c:pt idx="11">
                  <c:v>0.24264653656249968</c:v>
                </c:pt>
                <c:pt idx="12">
                  <c:v>0.23973306136702655</c:v>
                </c:pt>
                <c:pt idx="13">
                  <c:v>0.23314888198253542</c:v>
                </c:pt>
                <c:pt idx="14">
                  <c:v>0.23040219822743788</c:v>
                </c:pt>
                <c:pt idx="15">
                  <c:v>0.22424804938585935</c:v>
                </c:pt>
                <c:pt idx="16">
                  <c:v>0.22169573100259504</c:v>
                </c:pt>
                <c:pt idx="17">
                  <c:v>0.21599623593855202</c:v>
                </c:pt>
                <c:pt idx="18">
                  <c:v>0.21363748100215715</c:v>
                </c:pt>
                <c:pt idx="19">
                  <c:v>0.20837525045033867</c:v>
                </c:pt>
                <c:pt idx="20">
                  <c:v>0.20619821857966336</c:v>
                </c:pt>
                <c:pt idx="21">
                  <c:v>0.20134033759789752</c:v>
                </c:pt>
                <c:pt idx="22">
                  <c:v>0.19932952659154587</c:v>
                </c:pt>
                <c:pt idx="23">
                  <c:v>0.1948389438003392</c:v>
                </c:pt>
                <c:pt idx="24">
                  <c:v>0.1929783737802119</c:v>
                </c:pt>
                <c:pt idx="25">
                  <c:v>0.18881877930608476</c:v>
                </c:pt>
                <c:pt idx="26">
                  <c:v>0.18709332736126044</c:v>
                </c:pt>
                <c:pt idx="27">
                  <c:v>0.18323111492102012</c:v>
                </c:pt>
                <c:pt idx="28">
                  <c:v>0.18162701148011298</c:v>
                </c:pt>
                <c:pt idx="29">
                  <c:v>0.17803191234580151</c:v>
                </c:pt>
                <c:pt idx="30">
                  <c:v>0.17653685586567056</c:v>
                </c:pt>
                <c:pt idx="31">
                  <c:v>0.17318197337016861</c:v>
                </c:pt>
                <c:pt idx="32">
                  <c:v>0.17178507603180448</c:v>
                </c:pt>
                <c:pt idx="33">
                  <c:v>0.1686466633546721</c:v>
                </c:pt>
                <c:pt idx="34">
                  <c:v>0.16733832854263961</c:v>
                </c:pt>
                <c:pt idx="35">
                  <c:v>0.16439547251257253</c:v>
                </c:pt>
                <c:pt idx="36">
                  <c:v>0.16316725182349409</c:v>
                </c:pt>
                <c:pt idx="37">
                  <c:v>0.16040153918179531</c:v>
                </c:pt>
                <c:pt idx="38">
                  <c:v>0.15924599101686795</c:v>
                </c:pt>
                <c:pt idx="39">
                  <c:v>0.15664119150493161</c:v>
                </c:pt>
                <c:pt idx="40">
                  <c:v>0.1555517507153181</c:v>
                </c:pt>
                <c:pt idx="41">
                  <c:v>0.1530935307206627</c:v>
                </c:pt>
                <c:pt idx="42">
                  <c:v>0.15206439262296878</c:v>
                </c:pt>
                <c:pt idx="43">
                  <c:v>0.14974006311576671</c:v>
                </c:pt>
                <c:pt idx="44">
                  <c:v>0.14876608225495622</c:v>
                </c:pt>
                <c:pt idx="45">
                  <c:v>0.14656438007330114</c:v>
                </c:pt>
                <c:pt idx="46">
                  <c:v>0.14564098278606141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CF5-4743-AF54-61C555A403D1}"/>
            </c:ext>
          </c:extLst>
        </c:ser>
        <c:ser>
          <c:idx val="3"/>
          <c:order val="3"/>
          <c:tx>
            <c:v>4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LandauAlone!$A$2:$A$48</c:f>
              <c:numCache>
                <c:formatCode>0.E+00</c:formatCode>
                <c:ptCount val="47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5000</c:v>
                </c:pt>
                <c:pt idx="6">
                  <c:v>10000</c:v>
                </c:pt>
                <c:pt idx="7">
                  <c:v>50000</c:v>
                </c:pt>
                <c:pt idx="8">
                  <c:v>100000</c:v>
                </c:pt>
                <c:pt idx="9">
                  <c:v>500000</c:v>
                </c:pt>
                <c:pt idx="10">
                  <c:v>1000000</c:v>
                </c:pt>
                <c:pt idx="11">
                  <c:v>5000000</c:v>
                </c:pt>
                <c:pt idx="12">
                  <c:v>10000000</c:v>
                </c:pt>
                <c:pt idx="13">
                  <c:v>50000000</c:v>
                </c:pt>
                <c:pt idx="14">
                  <c:v>100000000</c:v>
                </c:pt>
                <c:pt idx="15">
                  <c:v>500000000</c:v>
                </c:pt>
                <c:pt idx="16">
                  <c:v>1000000000</c:v>
                </c:pt>
                <c:pt idx="17">
                  <c:v>5000000000</c:v>
                </c:pt>
                <c:pt idx="18">
                  <c:v>10000000000</c:v>
                </c:pt>
                <c:pt idx="19">
                  <c:v>50000000000</c:v>
                </c:pt>
                <c:pt idx="20">
                  <c:v>100000000000</c:v>
                </c:pt>
                <c:pt idx="21">
                  <c:v>500000000000</c:v>
                </c:pt>
                <c:pt idx="22">
                  <c:v>1000000000000</c:v>
                </c:pt>
                <c:pt idx="23">
                  <c:v>5000000000000</c:v>
                </c:pt>
                <c:pt idx="24">
                  <c:v>10000000000000</c:v>
                </c:pt>
                <c:pt idx="25">
                  <c:v>50000000000000</c:v>
                </c:pt>
                <c:pt idx="26">
                  <c:v>100000000000000</c:v>
                </c:pt>
                <c:pt idx="27">
                  <c:v>500000000000000</c:v>
                </c:pt>
                <c:pt idx="28">
                  <c:v>1000000000000000</c:v>
                </c:pt>
                <c:pt idx="29">
                  <c:v>5000000000000000</c:v>
                </c:pt>
                <c:pt idx="30">
                  <c:v>1E+16</c:v>
                </c:pt>
                <c:pt idx="31">
                  <c:v>5E+16</c:v>
                </c:pt>
                <c:pt idx="32">
                  <c:v>1E+17</c:v>
                </c:pt>
                <c:pt idx="33">
                  <c:v>5E+17</c:v>
                </c:pt>
                <c:pt idx="34">
                  <c:v>1E+18</c:v>
                </c:pt>
                <c:pt idx="35">
                  <c:v>5E+18</c:v>
                </c:pt>
                <c:pt idx="36">
                  <c:v>1E+19</c:v>
                </c:pt>
                <c:pt idx="37">
                  <c:v>5E+19</c:v>
                </c:pt>
                <c:pt idx="38">
                  <c:v>1E+20</c:v>
                </c:pt>
                <c:pt idx="39">
                  <c:v>5E+20</c:v>
                </c:pt>
                <c:pt idx="40">
                  <c:v>1E+21</c:v>
                </c:pt>
                <c:pt idx="41">
                  <c:v>5E+21</c:v>
                </c:pt>
                <c:pt idx="42">
                  <c:v>1E+22</c:v>
                </c:pt>
                <c:pt idx="43">
                  <c:v>4.9999999999999996E+22</c:v>
                </c:pt>
                <c:pt idx="44">
                  <c:v>9.9999999999999992E+22</c:v>
                </c:pt>
                <c:pt idx="45">
                  <c:v>4.9999999999999999E+23</c:v>
                </c:pt>
                <c:pt idx="46">
                  <c:v>9.9999999999999998E+23</c:v>
                </c:pt>
              </c:numCache>
            </c:numRef>
          </c:xVal>
          <c:yVal>
            <c:numRef>
              <c:f>LandauAlone!$E$2:$E$48</c:f>
              <c:numCache>
                <c:formatCode>0.000</c:formatCode>
                <c:ptCount val="47"/>
                <c:pt idx="0">
                  <c:v>4.199348309716204E-2</c:v>
                </c:pt>
                <c:pt idx="1">
                  <c:v>0.10812911399478781</c:v>
                </c:pt>
                <c:pt idx="2">
                  <c:v>0.12890608826891098</c:v>
                </c:pt>
                <c:pt idx="3">
                  <c:v>0.16352389811279244</c:v>
                </c:pt>
                <c:pt idx="4">
                  <c:v>0.17416780931691414</c:v>
                </c:pt>
                <c:pt idx="5">
                  <c:v>0.19233728269938241</c:v>
                </c:pt>
                <c:pt idx="6">
                  <c:v>0.19807231449978469</c:v>
                </c:pt>
                <c:pt idx="7">
                  <c:v>0.20802435594639887</c:v>
                </c:pt>
                <c:pt idx="8">
                  <c:v>0.21119531562200422</c:v>
                </c:pt>
                <c:pt idx="9">
                  <c:v>0.21668219213796219</c:v>
                </c:pt>
                <c:pt idx="10">
                  <c:v>0.21840507745786283</c:v>
                </c:pt>
                <c:pt idx="11">
                  <c:v>0.22129252752710907</c:v>
                </c:pt>
                <c:pt idx="12">
                  <c:v>0.22214804951897218</c:v>
                </c:pt>
                <c:pt idx="13">
                  <c:v>0.22344359343257592</c:v>
                </c:pt>
                <c:pt idx="14">
                  <c:v>0.22375693702220695</c:v>
                </c:pt>
                <c:pt idx="15">
                  <c:v>0.22404152243344896</c:v>
                </c:pt>
                <c:pt idx="16">
                  <c:v>0.22400558049284947</c:v>
                </c:pt>
                <c:pt idx="17">
                  <c:v>0.22363185695624124</c:v>
                </c:pt>
                <c:pt idx="18">
                  <c:v>0.2233663565790695</c:v>
                </c:pt>
                <c:pt idx="19">
                  <c:v>0.22255726449525678</c:v>
                </c:pt>
                <c:pt idx="20">
                  <c:v>0.2221392460131297</c:v>
                </c:pt>
                <c:pt idx="21">
                  <c:v>0.22104036543861572</c:v>
                </c:pt>
                <c:pt idx="22">
                  <c:v>0.22052085286656359</c:v>
                </c:pt>
                <c:pt idx="23">
                  <c:v>0.21922974874063655</c:v>
                </c:pt>
                <c:pt idx="24">
                  <c:v>0.21864332693180366</c:v>
                </c:pt>
                <c:pt idx="25">
                  <c:v>0.21722675933054023</c:v>
                </c:pt>
                <c:pt idx="26">
                  <c:v>0.21659730740117658</c:v>
                </c:pt>
                <c:pt idx="27">
                  <c:v>0.21510171626947358</c:v>
                </c:pt>
                <c:pt idx="28">
                  <c:v>0.21444596182405018</c:v>
                </c:pt>
                <c:pt idx="29">
                  <c:v>0.21290406454109306</c:v>
                </c:pt>
                <c:pt idx="30">
                  <c:v>0.21223385373561968</c:v>
                </c:pt>
                <c:pt idx="31">
                  <c:v>0.21066891367605547</c:v>
                </c:pt>
                <c:pt idx="32">
                  <c:v>0.20999269891431072</c:v>
                </c:pt>
                <c:pt idx="33">
                  <c:v>0.20842135442452933</c:v>
                </c:pt>
                <c:pt idx="34">
                  <c:v>0.20774519139043957</c:v>
                </c:pt>
                <c:pt idx="35">
                  <c:v>0.20617937041584619</c:v>
                </c:pt>
                <c:pt idx="36">
                  <c:v>0.20550759947176669</c:v>
                </c:pt>
                <c:pt idx="37">
                  <c:v>0.20395583939074813</c:v>
                </c:pt>
                <c:pt idx="38">
                  <c:v>0.20329155933568421</c:v>
                </c:pt>
                <c:pt idx="39">
                  <c:v>0.20175993160750422</c:v>
                </c:pt>
                <c:pt idx="40">
                  <c:v>0.20110533409721454</c:v>
                </c:pt>
                <c:pt idx="41">
                  <c:v>0.19959810136076764</c:v>
                </c:pt>
                <c:pt idx="42">
                  <c:v>0.1989547101520745</c:v>
                </c:pt>
                <c:pt idx="43">
                  <c:v>0.19747479911892163</c:v>
                </c:pt>
                <c:pt idx="44">
                  <c:v>0.19684364326330503</c:v>
                </c:pt>
                <c:pt idx="45">
                  <c:v>0.19539298885996553</c:v>
                </c:pt>
                <c:pt idx="46">
                  <c:v>0.19477472940008531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CF5-4743-AF54-61C555A403D1}"/>
            </c:ext>
          </c:extLst>
        </c:ser>
        <c:ser>
          <c:idx val="4"/>
          <c:order val="4"/>
          <c:tx>
            <c:v>5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LandauAlone!$A$2:$A$48</c:f>
              <c:numCache>
                <c:formatCode>0.E+00</c:formatCode>
                <c:ptCount val="47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5000</c:v>
                </c:pt>
                <c:pt idx="6">
                  <c:v>10000</c:v>
                </c:pt>
                <c:pt idx="7">
                  <c:v>50000</c:v>
                </c:pt>
                <c:pt idx="8">
                  <c:v>100000</c:v>
                </c:pt>
                <c:pt idx="9">
                  <c:v>500000</c:v>
                </c:pt>
                <c:pt idx="10">
                  <c:v>1000000</c:v>
                </c:pt>
                <c:pt idx="11">
                  <c:v>5000000</c:v>
                </c:pt>
                <c:pt idx="12">
                  <c:v>10000000</c:v>
                </c:pt>
                <c:pt idx="13">
                  <c:v>50000000</c:v>
                </c:pt>
                <c:pt idx="14">
                  <c:v>100000000</c:v>
                </c:pt>
                <c:pt idx="15">
                  <c:v>500000000</c:v>
                </c:pt>
                <c:pt idx="16">
                  <c:v>1000000000</c:v>
                </c:pt>
                <c:pt idx="17">
                  <c:v>5000000000</c:v>
                </c:pt>
                <c:pt idx="18">
                  <c:v>10000000000</c:v>
                </c:pt>
                <c:pt idx="19">
                  <c:v>50000000000</c:v>
                </c:pt>
                <c:pt idx="20">
                  <c:v>100000000000</c:v>
                </c:pt>
                <c:pt idx="21">
                  <c:v>500000000000</c:v>
                </c:pt>
                <c:pt idx="22">
                  <c:v>1000000000000</c:v>
                </c:pt>
                <c:pt idx="23">
                  <c:v>5000000000000</c:v>
                </c:pt>
                <c:pt idx="24">
                  <c:v>10000000000000</c:v>
                </c:pt>
                <c:pt idx="25">
                  <c:v>50000000000000</c:v>
                </c:pt>
                <c:pt idx="26">
                  <c:v>100000000000000</c:v>
                </c:pt>
                <c:pt idx="27">
                  <c:v>500000000000000</c:v>
                </c:pt>
                <c:pt idx="28">
                  <c:v>1000000000000000</c:v>
                </c:pt>
                <c:pt idx="29">
                  <c:v>5000000000000000</c:v>
                </c:pt>
                <c:pt idx="30">
                  <c:v>1E+16</c:v>
                </c:pt>
                <c:pt idx="31">
                  <c:v>5E+16</c:v>
                </c:pt>
                <c:pt idx="32">
                  <c:v>1E+17</c:v>
                </c:pt>
                <c:pt idx="33">
                  <c:v>5E+17</c:v>
                </c:pt>
                <c:pt idx="34">
                  <c:v>1E+18</c:v>
                </c:pt>
                <c:pt idx="35">
                  <c:v>5E+18</c:v>
                </c:pt>
                <c:pt idx="36">
                  <c:v>1E+19</c:v>
                </c:pt>
                <c:pt idx="37">
                  <c:v>5E+19</c:v>
                </c:pt>
                <c:pt idx="38">
                  <c:v>1E+20</c:v>
                </c:pt>
                <c:pt idx="39">
                  <c:v>5E+20</c:v>
                </c:pt>
                <c:pt idx="40">
                  <c:v>1E+21</c:v>
                </c:pt>
                <c:pt idx="41">
                  <c:v>5E+21</c:v>
                </c:pt>
                <c:pt idx="42">
                  <c:v>1E+22</c:v>
                </c:pt>
                <c:pt idx="43">
                  <c:v>4.9999999999999996E+22</c:v>
                </c:pt>
                <c:pt idx="44">
                  <c:v>9.9999999999999992E+22</c:v>
                </c:pt>
                <c:pt idx="45">
                  <c:v>4.9999999999999999E+23</c:v>
                </c:pt>
                <c:pt idx="46">
                  <c:v>9.9999999999999998E+23</c:v>
                </c:pt>
              </c:numCache>
            </c:numRef>
          </c:xVal>
          <c:yVal>
            <c:numRef>
              <c:f>LandauAlone!$F$2:$F$48</c:f>
              <c:numCache>
                <c:formatCode>0.000</c:formatCode>
                <c:ptCount val="47"/>
                <c:pt idx="0">
                  <c:v>8.7559818480011913E-3</c:v>
                </c:pt>
                <c:pt idx="1">
                  <c:v>3.6873504723678292E-2</c:v>
                </c:pt>
                <c:pt idx="2">
                  <c:v>4.9215687911718944E-2</c:v>
                </c:pt>
                <c:pt idx="3">
                  <c:v>7.4685561337920758E-2</c:v>
                </c:pt>
                <c:pt idx="4">
                  <c:v>8.4151124873507899E-2</c:v>
                </c:pt>
                <c:pt idx="5">
                  <c:v>0.10300079095768158</c:v>
                </c:pt>
                <c:pt idx="6">
                  <c:v>0.10994631737079866</c:v>
                </c:pt>
                <c:pt idx="7">
                  <c:v>0.12384604082578897</c:v>
                </c:pt>
                <c:pt idx="8">
                  <c:v>0.12901237335091834</c:v>
                </c:pt>
                <c:pt idx="9">
                  <c:v>0.13945221160785559</c:v>
                </c:pt>
                <c:pt idx="10">
                  <c:v>0.14337157161734077</c:v>
                </c:pt>
                <c:pt idx="11">
                  <c:v>0.15136332698093996</c:v>
                </c:pt>
                <c:pt idx="12">
                  <c:v>0.15438970627479565</c:v>
                </c:pt>
                <c:pt idx="13">
                  <c:v>0.1606067301980528</c:v>
                </c:pt>
                <c:pt idx="14">
                  <c:v>0.16297750385221002</c:v>
                </c:pt>
                <c:pt idx="15">
                  <c:v>0.16787638926547158</c:v>
                </c:pt>
                <c:pt idx="16">
                  <c:v>0.16975462224174867</c:v>
                </c:pt>
                <c:pt idx="17">
                  <c:v>0.17365305196773512</c:v>
                </c:pt>
                <c:pt idx="18">
                  <c:v>0.17515370787478152</c:v>
                </c:pt>
                <c:pt idx="19">
                  <c:v>0.17827837953126929</c:v>
                </c:pt>
                <c:pt idx="20">
                  <c:v>0.17948449661393651</c:v>
                </c:pt>
                <c:pt idx="21">
                  <c:v>0.18200094825563776</c:v>
                </c:pt>
                <c:pt idx="22">
                  <c:v>0.18297381996237744</c:v>
                </c:pt>
                <c:pt idx="23">
                  <c:v>0.1850054272856268</c:v>
                </c:pt>
                <c:pt idx="24">
                  <c:v>0.18579117238126572</c:v>
                </c:pt>
                <c:pt idx="25">
                  <c:v>0.18743156192936924</c:v>
                </c:pt>
                <c:pt idx="26">
                  <c:v>0.18806547339948271</c:v>
                </c:pt>
                <c:pt idx="27">
                  <c:v>0.18938683679086157</c:v>
                </c:pt>
                <c:pt idx="28">
                  <c:v>0.18989632998920958</c:v>
                </c:pt>
                <c:pt idx="29">
                  <c:v>0.19095512189722408</c:v>
                </c:pt>
                <c:pt idx="30">
                  <c:v>0.19136177733509557</c:v>
                </c:pt>
                <c:pt idx="31">
                  <c:v>0.19220270299691974</c:v>
                </c:pt>
                <c:pt idx="32">
                  <c:v>0.19252371021953116</c:v>
                </c:pt>
                <c:pt idx="33">
                  <c:v>0.19318256932602329</c:v>
                </c:pt>
                <c:pt idx="34">
                  <c:v>0.19343176599938325</c:v>
                </c:pt>
                <c:pt idx="35">
                  <c:v>0.19393751604909767</c:v>
                </c:pt>
                <c:pt idx="36">
                  <c:v>0.19412614802601738</c:v>
                </c:pt>
                <c:pt idx="37">
                  <c:v>0.19450242482292426</c:v>
                </c:pt>
                <c:pt idx="38">
                  <c:v>0.19463971039350902</c:v>
                </c:pt>
                <c:pt idx="39">
                  <c:v>0.19490596444254818</c:v>
                </c:pt>
                <c:pt idx="40">
                  <c:v>0.19499951888858552</c:v>
                </c:pt>
                <c:pt idx="41">
                  <c:v>0.19517187571195435</c:v>
                </c:pt>
                <c:pt idx="42">
                  <c:v>0.19522803469434846</c:v>
                </c:pt>
                <c:pt idx="43">
                  <c:v>0.19531995383681847</c:v>
                </c:pt>
                <c:pt idx="44">
                  <c:v>0.19534402250423111</c:v>
                </c:pt>
                <c:pt idx="45">
                  <c:v>0.1953668077973813</c:v>
                </c:pt>
                <c:pt idx="46">
                  <c:v>0.19536325466474699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CF5-4743-AF54-61C555A40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3158335"/>
        <c:axId val="383161215"/>
      </c:scatterChart>
      <c:valAx>
        <c:axId val="383158335"/>
        <c:scaling>
          <c:logBase val="10"/>
          <c:orientation val="minMax"/>
          <c:max val="100000000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161215"/>
        <c:crosses val="autoZero"/>
        <c:crossBetween val="midCat"/>
      </c:valAx>
      <c:valAx>
        <c:axId val="383161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315833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Landau estimate of primes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Actual Frequency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Distributions!$B$3:$B$57</c:f>
              <c:numCache>
                <c:formatCode>General</c:formatCode>
                <c:ptCount val="55"/>
                <c:pt idx="0">
                  <c:v>0.25</c:v>
                </c:pt>
                <c:pt idx="1">
                  <c:v>0.23</c:v>
                </c:pt>
                <c:pt idx="2">
                  <c:v>0.20666666666666667</c:v>
                </c:pt>
                <c:pt idx="3">
                  <c:v>0.19500000000000001</c:v>
                </c:pt>
                <c:pt idx="4">
                  <c:v>0.19</c:v>
                </c:pt>
                <c:pt idx="5">
                  <c:v>0.18166666666666667</c:v>
                </c:pt>
                <c:pt idx="6">
                  <c:v>0.17857142857142858</c:v>
                </c:pt>
                <c:pt idx="7">
                  <c:v>0.17374999999999999</c:v>
                </c:pt>
                <c:pt idx="8">
                  <c:v>0.1711111111111111</c:v>
                </c:pt>
                <c:pt idx="9">
                  <c:v>0.16800000000000001</c:v>
                </c:pt>
                <c:pt idx="10">
                  <c:v>0.1515</c:v>
                </c:pt>
                <c:pt idx="11">
                  <c:v>0.14333333333333334</c:v>
                </c:pt>
                <c:pt idx="12">
                  <c:v>0.13750000000000001</c:v>
                </c:pt>
                <c:pt idx="13">
                  <c:v>0.1338</c:v>
                </c:pt>
                <c:pt idx="14">
                  <c:v>0.1305</c:v>
                </c:pt>
                <c:pt idx="15">
                  <c:v>0.12857142857142856</c:v>
                </c:pt>
                <c:pt idx="16">
                  <c:v>0.12587499999999999</c:v>
                </c:pt>
                <c:pt idx="17">
                  <c:v>0.12411111111111112</c:v>
                </c:pt>
                <c:pt idx="18">
                  <c:v>0.1229</c:v>
                </c:pt>
                <c:pt idx="19">
                  <c:v>0.11310000000000001</c:v>
                </c:pt>
                <c:pt idx="20">
                  <c:v>0.10816666666666666</c:v>
                </c:pt>
                <c:pt idx="21">
                  <c:v>0.105075</c:v>
                </c:pt>
                <c:pt idx="22">
                  <c:v>0.10266</c:v>
                </c:pt>
                <c:pt idx="23">
                  <c:v>0.10095</c:v>
                </c:pt>
                <c:pt idx="24">
                  <c:v>9.9071428571428574E-2</c:v>
                </c:pt>
                <c:pt idx="25">
                  <c:v>9.7962499999999994E-2</c:v>
                </c:pt>
                <c:pt idx="26">
                  <c:v>9.6811111111111112E-2</c:v>
                </c:pt>
                <c:pt idx="27">
                  <c:v>9.5920000000000005E-2</c:v>
                </c:pt>
                <c:pt idx="28">
                  <c:v>8.992E-2</c:v>
                </c:pt>
                <c:pt idx="29">
                  <c:v>8.6656666666666674E-2</c:v>
                </c:pt>
                <c:pt idx="30">
                  <c:v>8.4650000000000003E-2</c:v>
                </c:pt>
                <c:pt idx="31">
                  <c:v>8.3075999999999997E-2</c:v>
                </c:pt>
                <c:pt idx="32">
                  <c:v>8.183E-2</c:v>
                </c:pt>
                <c:pt idx="33">
                  <c:v>8.0775714285714284E-2</c:v>
                </c:pt>
                <c:pt idx="34">
                  <c:v>7.9938750000000003E-2</c:v>
                </c:pt>
                <c:pt idx="35">
                  <c:v>7.9193333333333338E-2</c:v>
                </c:pt>
                <c:pt idx="36">
                  <c:v>7.8497999999999998E-2</c:v>
                </c:pt>
                <c:pt idx="37">
                  <c:v>7.4466500000000005E-2</c:v>
                </c:pt>
                <c:pt idx="38">
                  <c:v>7.2272000000000003E-2</c:v>
                </c:pt>
                <c:pt idx="39">
                  <c:v>7.0786500000000002E-2</c:v>
                </c:pt>
                <c:pt idx="40">
                  <c:v>6.9702600000000003E-2</c:v>
                </c:pt>
                <c:pt idx="41">
                  <c:v>6.880816666666667E-2</c:v>
                </c:pt>
                <c:pt idx="42">
                  <c:v>6.8092571428571433E-2</c:v>
                </c:pt>
                <c:pt idx="43">
                  <c:v>6.7472124999999994E-2</c:v>
                </c:pt>
                <c:pt idx="44">
                  <c:v>6.6943222222222223E-2</c:v>
                </c:pt>
                <c:pt idx="45">
                  <c:v>6.64579E-2</c:v>
                </c:pt>
                <c:pt idx="46">
                  <c:v>6.3530349999999999E-2</c:v>
                </c:pt>
                <c:pt idx="47">
                  <c:v>6.192863333333333E-2</c:v>
                </c:pt>
                <c:pt idx="48">
                  <c:v>6.0841350000000002E-2</c:v>
                </c:pt>
                <c:pt idx="49">
                  <c:v>6.0022680000000002E-2</c:v>
                </c:pt>
                <c:pt idx="50">
                  <c:v>5.9368583333333336E-2</c:v>
                </c:pt>
                <c:pt idx="51">
                  <c:v>5.8829485714285715E-2</c:v>
                </c:pt>
                <c:pt idx="52">
                  <c:v>5.8367275000000003E-2</c:v>
                </c:pt>
                <c:pt idx="53">
                  <c:v>5.7966155555555558E-2</c:v>
                </c:pt>
                <c:pt idx="54">
                  <c:v>5.761455E-2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806-4C49-B9D5-13E449FD53D9}"/>
            </c:ext>
          </c:extLst>
        </c:ser>
        <c:ser>
          <c:idx val="1"/>
          <c:order val="1"/>
          <c:tx>
            <c:v>Landau Estimate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Distributions!$C$3:$C$57</c:f>
              <c:numCache>
                <c:formatCode>General</c:formatCode>
                <c:ptCount val="55"/>
                <c:pt idx="0">
                  <c:v>0.22</c:v>
                </c:pt>
                <c:pt idx="1">
                  <c:v>0.19</c:v>
                </c:pt>
                <c:pt idx="2">
                  <c:v>0.17666666666666667</c:v>
                </c:pt>
                <c:pt idx="3">
                  <c:v>0.16750000000000001</c:v>
                </c:pt>
                <c:pt idx="4">
                  <c:v>0.16</c:v>
                </c:pt>
                <c:pt idx="5">
                  <c:v>0.15666666666666668</c:v>
                </c:pt>
                <c:pt idx="6">
                  <c:v>0.15285714285714286</c:v>
                </c:pt>
                <c:pt idx="7">
                  <c:v>0.15</c:v>
                </c:pt>
                <c:pt idx="8">
                  <c:v>0.14666666666666667</c:v>
                </c:pt>
                <c:pt idx="9">
                  <c:v>0.14499999999999999</c:v>
                </c:pt>
                <c:pt idx="10">
                  <c:v>0.13150000000000001</c:v>
                </c:pt>
                <c:pt idx="11">
                  <c:v>0.125</c:v>
                </c:pt>
                <c:pt idx="12">
                  <c:v>0.1205</c:v>
                </c:pt>
                <c:pt idx="13">
                  <c:v>0.1174</c:v>
                </c:pt>
                <c:pt idx="14">
                  <c:v>0.115</c:v>
                </c:pt>
                <c:pt idx="15">
                  <c:v>0.113</c:v>
                </c:pt>
                <c:pt idx="16">
                  <c:v>0.11125</c:v>
                </c:pt>
                <c:pt idx="17">
                  <c:v>0.10977777777777778</c:v>
                </c:pt>
                <c:pt idx="18">
                  <c:v>0.1086</c:v>
                </c:pt>
                <c:pt idx="19">
                  <c:v>0.10095</c:v>
                </c:pt>
                <c:pt idx="20">
                  <c:v>9.7000000000000003E-2</c:v>
                </c:pt>
                <c:pt idx="21">
                  <c:v>9.4375000000000001E-2</c:v>
                </c:pt>
                <c:pt idx="22">
                  <c:v>9.2420000000000002E-2</c:v>
                </c:pt>
                <c:pt idx="23">
                  <c:v>9.0899999999999995E-2</c:v>
                </c:pt>
                <c:pt idx="24">
                  <c:v>8.9642857142857149E-2</c:v>
                </c:pt>
                <c:pt idx="25">
                  <c:v>8.8575000000000001E-2</c:v>
                </c:pt>
                <c:pt idx="26">
                  <c:v>8.7666666666666671E-2</c:v>
                </c:pt>
                <c:pt idx="27">
                  <c:v>8.6860000000000007E-2</c:v>
                </c:pt>
                <c:pt idx="28">
                  <c:v>8.1924999999999998E-2</c:v>
                </c:pt>
                <c:pt idx="29">
                  <c:v>7.9293333333333327E-2</c:v>
                </c:pt>
                <c:pt idx="30">
                  <c:v>7.7524999999999997E-2</c:v>
                </c:pt>
                <c:pt idx="31">
                  <c:v>7.6205999999999996E-2</c:v>
                </c:pt>
                <c:pt idx="32">
                  <c:v>7.5161666666666668E-2</c:v>
                </c:pt>
                <c:pt idx="33">
                  <c:v>7.4300000000000005E-2</c:v>
                </c:pt>
                <c:pt idx="34">
                  <c:v>7.3571250000000005E-2</c:v>
                </c:pt>
                <c:pt idx="35">
                  <c:v>7.2938888888888886E-2</c:v>
                </c:pt>
                <c:pt idx="36">
                  <c:v>7.2382000000000002E-2</c:v>
                </c:pt>
                <c:pt idx="37">
                  <c:v>6.89245E-2</c:v>
                </c:pt>
                <c:pt idx="38">
                  <c:v>6.7050666666666661E-2</c:v>
                </c:pt>
                <c:pt idx="39">
                  <c:v>6.578175E-2</c:v>
                </c:pt>
                <c:pt idx="40">
                  <c:v>6.4829999999999999E-2</c:v>
                </c:pt>
                <c:pt idx="41">
                  <c:v>6.4072666666666667E-2</c:v>
                </c:pt>
                <c:pt idx="42">
                  <c:v>6.3446000000000002E-2</c:v>
                </c:pt>
                <c:pt idx="43">
                  <c:v>6.2912999999999997E-2</c:v>
                </c:pt>
                <c:pt idx="44">
                  <c:v>6.245033333333333E-2</c:v>
                </c:pt>
                <c:pt idx="45">
                  <c:v>6.2042100000000003E-2</c:v>
                </c:pt>
                <c:pt idx="46">
                  <c:v>5.9484000000000002E-2</c:v>
                </c:pt>
                <c:pt idx="47">
                  <c:v>5.8083099999999999E-2</c:v>
                </c:pt>
                <c:pt idx="48">
                  <c:v>5.7128524999999999E-2</c:v>
                </c:pt>
                <c:pt idx="49">
                  <c:v>5.6409420000000002E-2</c:v>
                </c:pt>
                <c:pt idx="50">
                  <c:v>5.5835183333333337E-2</c:v>
                </c:pt>
                <c:pt idx="51">
                  <c:v>5.5358699999999997E-2</c:v>
                </c:pt>
                <c:pt idx="52">
                  <c:v>5.4952487500000001E-2</c:v>
                </c:pt>
                <c:pt idx="53">
                  <c:v>5.4599099999999998E-2</c:v>
                </c:pt>
                <c:pt idx="54">
                  <c:v>5.4286809999999998E-2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806-4C49-B9D5-13E449FD5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857647"/>
        <c:axId val="1258856687"/>
      </c:scatterChart>
      <c:valAx>
        <c:axId val="1258857647"/>
        <c:scaling>
          <c:logBase val="10"/>
          <c:orientation val="minMax"/>
          <c:max val="100000000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8856687"/>
        <c:crosses val="autoZero"/>
        <c:crossBetween val="midCat"/>
      </c:valAx>
      <c:valAx>
        <c:axId val="1258856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88576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Landau estimate of 2-factor</a:t>
            </a:r>
            <a:r>
              <a:rPr lang="en-US" baseline="0"/>
              <a:t> numbers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Actual Frequency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Distributions!$D$3:$D$57</c:f>
              <c:numCache>
                <c:formatCode>General</c:formatCode>
                <c:ptCount val="55"/>
                <c:pt idx="0">
                  <c:v>0.34</c:v>
                </c:pt>
                <c:pt idx="1">
                  <c:v>0.31</c:v>
                </c:pt>
                <c:pt idx="2">
                  <c:v>0.31333333333333335</c:v>
                </c:pt>
                <c:pt idx="3">
                  <c:v>0.315</c:v>
                </c:pt>
                <c:pt idx="4">
                  <c:v>0.30599999999999999</c:v>
                </c:pt>
                <c:pt idx="5">
                  <c:v>0.31</c:v>
                </c:pt>
                <c:pt idx="6">
                  <c:v>0.30285714285714288</c:v>
                </c:pt>
                <c:pt idx="7">
                  <c:v>0.30249999999999999</c:v>
                </c:pt>
                <c:pt idx="8">
                  <c:v>0.3</c:v>
                </c:pt>
                <c:pt idx="9">
                  <c:v>0.29899999999999999</c:v>
                </c:pt>
                <c:pt idx="10">
                  <c:v>0.28849999999999998</c:v>
                </c:pt>
                <c:pt idx="11">
                  <c:v>0.28033333333333332</c:v>
                </c:pt>
                <c:pt idx="12">
                  <c:v>0.27625</c:v>
                </c:pt>
                <c:pt idx="13">
                  <c:v>0.27300000000000002</c:v>
                </c:pt>
                <c:pt idx="14">
                  <c:v>0.27033333333333331</c:v>
                </c:pt>
                <c:pt idx="15">
                  <c:v>0.26671428571428574</c:v>
                </c:pt>
                <c:pt idx="16">
                  <c:v>0.266125</c:v>
                </c:pt>
                <c:pt idx="17">
                  <c:v>0.26455555555555554</c:v>
                </c:pt>
                <c:pt idx="18">
                  <c:v>0.26250000000000001</c:v>
                </c:pt>
                <c:pt idx="19">
                  <c:v>0.25405</c:v>
                </c:pt>
                <c:pt idx="20">
                  <c:v>0.2487</c:v>
                </c:pt>
                <c:pt idx="21">
                  <c:v>0.24475</c:v>
                </c:pt>
                <c:pt idx="22">
                  <c:v>0.2422</c:v>
                </c:pt>
                <c:pt idx="23">
                  <c:v>0.2394</c:v>
                </c:pt>
                <c:pt idx="24">
                  <c:v>0.23841428571428572</c:v>
                </c:pt>
                <c:pt idx="25">
                  <c:v>0.23649999999999999</c:v>
                </c:pt>
                <c:pt idx="26">
                  <c:v>0.23515555555555556</c:v>
                </c:pt>
                <c:pt idx="27">
                  <c:v>0.23377999999999999</c:v>
                </c:pt>
                <c:pt idx="28">
                  <c:v>0.22614999999999999</c:v>
                </c:pt>
                <c:pt idx="29">
                  <c:v>0.22209999999999999</c:v>
                </c:pt>
                <c:pt idx="30">
                  <c:v>0.21888250000000001</c:v>
                </c:pt>
                <c:pt idx="31">
                  <c:v>0.21665200000000001</c:v>
                </c:pt>
                <c:pt idx="32">
                  <c:v>0.21479000000000001</c:v>
                </c:pt>
                <c:pt idx="33">
                  <c:v>0.21343142857142858</c:v>
                </c:pt>
                <c:pt idx="34">
                  <c:v>0.21207500000000001</c:v>
                </c:pt>
                <c:pt idx="35">
                  <c:v>0.21090666666666666</c:v>
                </c:pt>
                <c:pt idx="36">
                  <c:v>0.210035</c:v>
                </c:pt>
                <c:pt idx="37">
                  <c:v>0.20364199999999999</c:v>
                </c:pt>
                <c:pt idx="38">
                  <c:v>0.20014866666666667</c:v>
                </c:pt>
                <c:pt idx="39">
                  <c:v>0.19774649999999999</c:v>
                </c:pt>
                <c:pt idx="40">
                  <c:v>0.1958548</c:v>
                </c:pt>
                <c:pt idx="41">
                  <c:v>0.19443033333333334</c:v>
                </c:pt>
                <c:pt idx="42">
                  <c:v>0.19317699999999999</c:v>
                </c:pt>
                <c:pt idx="43">
                  <c:v>0.19212837499999999</c:v>
                </c:pt>
                <c:pt idx="44">
                  <c:v>0.19120922222222222</c:v>
                </c:pt>
                <c:pt idx="45">
                  <c:v>0.1904324</c:v>
                </c:pt>
                <c:pt idx="46">
                  <c:v>0.18521699999999999</c:v>
                </c:pt>
                <c:pt idx="47">
                  <c:v>0.18232319999999999</c:v>
                </c:pt>
                <c:pt idx="48">
                  <c:v>0.1803294</c:v>
                </c:pt>
                <c:pt idx="49">
                  <c:v>0.17881140000000001</c:v>
                </c:pt>
                <c:pt idx="50">
                  <c:v>0.17759886666666666</c:v>
                </c:pt>
                <c:pt idx="51">
                  <c:v>0.17657494285714287</c:v>
                </c:pt>
                <c:pt idx="52">
                  <c:v>0.17571038750000001</c:v>
                </c:pt>
                <c:pt idx="53">
                  <c:v>0.17495160000000001</c:v>
                </c:pt>
                <c:pt idx="54">
                  <c:v>0.17427258000000001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1D5-4514-AA10-22F391C23023}"/>
            </c:ext>
          </c:extLst>
        </c:ser>
        <c:ser>
          <c:idx val="1"/>
          <c:order val="1"/>
          <c:tx>
            <c:v>Landau Estimate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Distributions!$E$3:$E$57</c:f>
              <c:numCache>
                <c:formatCode>General</c:formatCode>
                <c:ptCount val="55"/>
                <c:pt idx="0">
                  <c:v>0.33</c:v>
                </c:pt>
                <c:pt idx="1">
                  <c:v>0.315</c:v>
                </c:pt>
                <c:pt idx="2">
                  <c:v>0.30666666666666664</c:v>
                </c:pt>
                <c:pt idx="3">
                  <c:v>0.3</c:v>
                </c:pt>
                <c:pt idx="4">
                  <c:v>0.29399999999999998</c:v>
                </c:pt>
                <c:pt idx="5">
                  <c:v>0.28999999999999998</c:v>
                </c:pt>
                <c:pt idx="6">
                  <c:v>0.28714285714285714</c:v>
                </c:pt>
                <c:pt idx="7">
                  <c:v>0.28375</c:v>
                </c:pt>
                <c:pt idx="8">
                  <c:v>0.28222222222222221</c:v>
                </c:pt>
                <c:pt idx="9">
                  <c:v>0.28000000000000003</c:v>
                </c:pt>
                <c:pt idx="10">
                  <c:v>0.26700000000000002</c:v>
                </c:pt>
                <c:pt idx="11">
                  <c:v>0.25966666666666666</c:v>
                </c:pt>
                <c:pt idx="12">
                  <c:v>0.255</c:v>
                </c:pt>
                <c:pt idx="13">
                  <c:v>0.25159999999999999</c:v>
                </c:pt>
                <c:pt idx="14">
                  <c:v>0.24866666666666667</c:v>
                </c:pt>
                <c:pt idx="15">
                  <c:v>0.24628571428571427</c:v>
                </c:pt>
                <c:pt idx="16">
                  <c:v>0.24437500000000001</c:v>
                </c:pt>
                <c:pt idx="17">
                  <c:v>0.24255555555555555</c:v>
                </c:pt>
                <c:pt idx="18">
                  <c:v>0.24110000000000001</c:v>
                </c:pt>
                <c:pt idx="19">
                  <c:v>0.23150000000000001</c:v>
                </c:pt>
                <c:pt idx="20">
                  <c:v>0.2263</c:v>
                </c:pt>
                <c:pt idx="21">
                  <c:v>0.222775</c:v>
                </c:pt>
                <c:pt idx="22">
                  <c:v>0.22009999999999999</c:v>
                </c:pt>
                <c:pt idx="23">
                  <c:v>0.21796666666666667</c:v>
                </c:pt>
                <c:pt idx="24">
                  <c:v>0.2162</c:v>
                </c:pt>
                <c:pt idx="25">
                  <c:v>0.2147</c:v>
                </c:pt>
                <c:pt idx="26">
                  <c:v>0.21338888888888888</c:v>
                </c:pt>
                <c:pt idx="27">
                  <c:v>0.21224000000000001</c:v>
                </c:pt>
                <c:pt idx="28">
                  <c:v>0.20497499999999999</c:v>
                </c:pt>
                <c:pt idx="29">
                  <c:v>0.20097666666666666</c:v>
                </c:pt>
                <c:pt idx="30">
                  <c:v>0.19824249999999999</c:v>
                </c:pt>
                <c:pt idx="31">
                  <c:v>0.19617799999999999</c:v>
                </c:pt>
                <c:pt idx="32">
                  <c:v>0.19452666666666665</c:v>
                </c:pt>
                <c:pt idx="33">
                  <c:v>0.19315428571428572</c:v>
                </c:pt>
                <c:pt idx="34">
                  <c:v>0.19198375000000001</c:v>
                </c:pt>
                <c:pt idx="35">
                  <c:v>0.19096333333333335</c:v>
                </c:pt>
                <c:pt idx="36">
                  <c:v>0.19006100000000001</c:v>
                </c:pt>
                <c:pt idx="37">
                  <c:v>0.18435499999999999</c:v>
                </c:pt>
                <c:pt idx="38">
                  <c:v>0.18119133333333334</c:v>
                </c:pt>
                <c:pt idx="39">
                  <c:v>0.17901924999999999</c:v>
                </c:pt>
                <c:pt idx="40">
                  <c:v>0.177374</c:v>
                </c:pt>
                <c:pt idx="41">
                  <c:v>0.17605499999999999</c:v>
                </c:pt>
                <c:pt idx="42">
                  <c:v>0.17495657142857143</c:v>
                </c:pt>
                <c:pt idx="43">
                  <c:v>0.17401762500000001</c:v>
                </c:pt>
                <c:pt idx="44">
                  <c:v>0.17319866666666667</c:v>
                </c:pt>
                <c:pt idx="45">
                  <c:v>0.1724734</c:v>
                </c:pt>
                <c:pt idx="46">
                  <c:v>0.16786670000000001</c:v>
                </c:pt>
                <c:pt idx="47">
                  <c:v>0.16529759999999999</c:v>
                </c:pt>
                <c:pt idx="48">
                  <c:v>0.16352765</c:v>
                </c:pt>
                <c:pt idx="49">
                  <c:v>0.16218382000000001</c:v>
                </c:pt>
                <c:pt idx="50">
                  <c:v>0.1611041</c:v>
                </c:pt>
                <c:pt idx="51">
                  <c:v>0.16020374285714287</c:v>
                </c:pt>
                <c:pt idx="52">
                  <c:v>0.1594329125</c:v>
                </c:pt>
                <c:pt idx="53">
                  <c:v>0.15875986666666667</c:v>
                </c:pt>
                <c:pt idx="54">
                  <c:v>0.15816321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1D5-4514-AA10-22F391C23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857647"/>
        <c:axId val="1258856687"/>
      </c:scatterChart>
      <c:valAx>
        <c:axId val="1258857647"/>
        <c:scaling>
          <c:logBase val="10"/>
          <c:orientation val="minMax"/>
          <c:max val="100000000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8856687"/>
        <c:crosses val="autoZero"/>
        <c:crossBetween val="midCat"/>
      </c:valAx>
      <c:valAx>
        <c:axId val="1258856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88576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Landau estimate of 4-factor</a:t>
            </a:r>
            <a:r>
              <a:rPr lang="en-US" baseline="0"/>
              <a:t> numbers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Actual Frequency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Distributions!$H$3:$H$57</c:f>
              <c:numCache>
                <c:formatCode>General</c:formatCode>
                <c:ptCount val="55"/>
                <c:pt idx="0">
                  <c:v>0.12</c:v>
                </c:pt>
                <c:pt idx="1">
                  <c:v>0.125</c:v>
                </c:pt>
                <c:pt idx="2">
                  <c:v>0.13</c:v>
                </c:pt>
                <c:pt idx="3">
                  <c:v>0.14000000000000001</c:v>
                </c:pt>
                <c:pt idx="4">
                  <c:v>0.14000000000000001</c:v>
                </c:pt>
                <c:pt idx="5">
                  <c:v>0.14499999999999999</c:v>
                </c:pt>
                <c:pt idx="6">
                  <c:v>0.14285714285714285</c:v>
                </c:pt>
                <c:pt idx="7">
                  <c:v>0.14374999999999999</c:v>
                </c:pt>
                <c:pt idx="8">
                  <c:v>0.15222222222222223</c:v>
                </c:pt>
                <c:pt idx="9">
                  <c:v>0.14899999999999999</c:v>
                </c:pt>
                <c:pt idx="10">
                  <c:v>0.158</c:v>
                </c:pt>
                <c:pt idx="11">
                  <c:v>0.16066666666666668</c:v>
                </c:pt>
                <c:pt idx="12">
                  <c:v>0.16250000000000001</c:v>
                </c:pt>
                <c:pt idx="13">
                  <c:v>0.16639999999999999</c:v>
                </c:pt>
                <c:pt idx="14">
                  <c:v>0.16716666666666666</c:v>
                </c:pt>
                <c:pt idx="15">
                  <c:v>0.16800000000000001</c:v>
                </c:pt>
                <c:pt idx="16">
                  <c:v>0.17100000000000001</c:v>
                </c:pt>
                <c:pt idx="17">
                  <c:v>0.17166666666666666</c:v>
                </c:pt>
                <c:pt idx="18">
                  <c:v>0.17119999999999999</c:v>
                </c:pt>
                <c:pt idx="19">
                  <c:v>0.17799999999999999</c:v>
                </c:pt>
                <c:pt idx="20">
                  <c:v>0.18060000000000001</c:v>
                </c:pt>
                <c:pt idx="21">
                  <c:v>0.18190000000000001</c:v>
                </c:pt>
                <c:pt idx="22">
                  <c:v>0.18384</c:v>
                </c:pt>
                <c:pt idx="23">
                  <c:v>0.18431666666666666</c:v>
                </c:pt>
                <c:pt idx="24">
                  <c:v>0.18554285714285715</c:v>
                </c:pt>
                <c:pt idx="25">
                  <c:v>0.18640000000000001</c:v>
                </c:pt>
                <c:pt idx="26">
                  <c:v>0.18682222222222222</c:v>
                </c:pt>
                <c:pt idx="27">
                  <c:v>0.18744</c:v>
                </c:pt>
                <c:pt idx="28">
                  <c:v>0.19109999999999999</c:v>
                </c:pt>
                <c:pt idx="29">
                  <c:v>0.19322666666666666</c:v>
                </c:pt>
                <c:pt idx="30">
                  <c:v>0.1943725</c:v>
                </c:pt>
                <c:pt idx="31">
                  <c:v>0.19534000000000001</c:v>
                </c:pt>
                <c:pt idx="32">
                  <c:v>0.195935</c:v>
                </c:pt>
                <c:pt idx="33">
                  <c:v>0.19678857142857142</c:v>
                </c:pt>
                <c:pt idx="34">
                  <c:v>0.19721250000000001</c:v>
                </c:pt>
                <c:pt idx="35">
                  <c:v>0.19753444444444446</c:v>
                </c:pt>
                <c:pt idx="36">
                  <c:v>0.19806199999999999</c:v>
                </c:pt>
                <c:pt idx="37">
                  <c:v>0.200408</c:v>
                </c:pt>
                <c:pt idx="38">
                  <c:v>0.20175999999999999</c:v>
                </c:pt>
                <c:pt idx="39">
                  <c:v>0.20259650000000001</c:v>
                </c:pt>
                <c:pt idx="40">
                  <c:v>0.20319580000000001</c:v>
                </c:pt>
                <c:pt idx="41">
                  <c:v>0.20373866666666668</c:v>
                </c:pt>
                <c:pt idx="42">
                  <c:v>0.20413942857142858</c:v>
                </c:pt>
                <c:pt idx="43">
                  <c:v>0.20446937500000001</c:v>
                </c:pt>
                <c:pt idx="44">
                  <c:v>0.20477422222222222</c:v>
                </c:pt>
                <c:pt idx="45">
                  <c:v>0.20506959999999999</c:v>
                </c:pt>
                <c:pt idx="46">
                  <c:v>0.20661325</c:v>
                </c:pt>
                <c:pt idx="47">
                  <c:v>0.20744796666666668</c:v>
                </c:pt>
                <c:pt idx="48">
                  <c:v>0.208030625</c:v>
                </c:pt>
                <c:pt idx="49">
                  <c:v>0.20842204</c:v>
                </c:pt>
                <c:pt idx="50">
                  <c:v>0.20876249999999999</c:v>
                </c:pt>
                <c:pt idx="51">
                  <c:v>0.20900858571428571</c:v>
                </c:pt>
                <c:pt idx="52">
                  <c:v>0.2092311375</c:v>
                </c:pt>
                <c:pt idx="53">
                  <c:v>0.20943603333333333</c:v>
                </c:pt>
                <c:pt idx="54">
                  <c:v>0.20959322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F33-48F1-95B1-DD613F959E33}"/>
            </c:ext>
          </c:extLst>
        </c:ser>
        <c:ser>
          <c:idx val="1"/>
          <c:order val="1"/>
          <c:tx>
            <c:v>Landau Estimate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Distributions!$I$3:$I$57</c:f>
              <c:numCache>
                <c:formatCode>General</c:formatCode>
                <c:ptCount val="55"/>
                <c:pt idx="0">
                  <c:v>0.13</c:v>
                </c:pt>
                <c:pt idx="1">
                  <c:v>0.14499999999999999</c:v>
                </c:pt>
                <c:pt idx="2">
                  <c:v>0.15333333333333332</c:v>
                </c:pt>
                <c:pt idx="3">
                  <c:v>0.16</c:v>
                </c:pt>
                <c:pt idx="4">
                  <c:v>0.16400000000000001</c:v>
                </c:pt>
                <c:pt idx="5">
                  <c:v>0.16666666666666666</c:v>
                </c:pt>
                <c:pt idx="6">
                  <c:v>0.16857142857142857</c:v>
                </c:pt>
                <c:pt idx="7">
                  <c:v>0.17125000000000001</c:v>
                </c:pt>
                <c:pt idx="8">
                  <c:v>0.17222222222222222</c:v>
                </c:pt>
                <c:pt idx="9">
                  <c:v>0.17399999999999999</c:v>
                </c:pt>
                <c:pt idx="10">
                  <c:v>0.183</c:v>
                </c:pt>
                <c:pt idx="11">
                  <c:v>0.18733333333333332</c:v>
                </c:pt>
                <c:pt idx="12">
                  <c:v>0.19025</c:v>
                </c:pt>
                <c:pt idx="13">
                  <c:v>0.19239999999999999</c:v>
                </c:pt>
                <c:pt idx="14">
                  <c:v>0.19400000000000001</c:v>
                </c:pt>
                <c:pt idx="15">
                  <c:v>0.19528571428571428</c:v>
                </c:pt>
                <c:pt idx="16">
                  <c:v>0.19637499999999999</c:v>
                </c:pt>
                <c:pt idx="17">
                  <c:v>0.19722222222222222</c:v>
                </c:pt>
                <c:pt idx="18">
                  <c:v>0.1981</c:v>
                </c:pt>
                <c:pt idx="19">
                  <c:v>0.20285</c:v>
                </c:pt>
                <c:pt idx="20">
                  <c:v>0.20530000000000001</c:v>
                </c:pt>
                <c:pt idx="21">
                  <c:v>0.206875</c:v>
                </c:pt>
                <c:pt idx="22">
                  <c:v>0.20802000000000001</c:v>
                </c:pt>
                <c:pt idx="23">
                  <c:v>0.20891666666666667</c:v>
                </c:pt>
                <c:pt idx="24">
                  <c:v>0.20962857142857144</c:v>
                </c:pt>
                <c:pt idx="25">
                  <c:v>0.21023749999999999</c:v>
                </c:pt>
                <c:pt idx="26">
                  <c:v>0.21074444444444446</c:v>
                </c:pt>
                <c:pt idx="27">
                  <c:v>0.2112</c:v>
                </c:pt>
                <c:pt idx="28">
                  <c:v>0.21384500000000001</c:v>
                </c:pt>
                <c:pt idx="29">
                  <c:v>0.21518666666666666</c:v>
                </c:pt>
                <c:pt idx="30">
                  <c:v>0.216055</c:v>
                </c:pt>
                <c:pt idx="31">
                  <c:v>0.21668200000000001</c:v>
                </c:pt>
                <c:pt idx="32">
                  <c:v>0.21716833333333332</c:v>
                </c:pt>
                <c:pt idx="33">
                  <c:v>0.21756</c:v>
                </c:pt>
                <c:pt idx="34">
                  <c:v>0.21788625</c:v>
                </c:pt>
                <c:pt idx="35">
                  <c:v>0.21816444444444444</c:v>
                </c:pt>
                <c:pt idx="36">
                  <c:v>0.21840499999999999</c:v>
                </c:pt>
                <c:pt idx="37">
                  <c:v>0.21982099999999999</c:v>
                </c:pt>
                <c:pt idx="38">
                  <c:v>0.220524</c:v>
                </c:pt>
                <c:pt idx="39">
                  <c:v>0.22097225000000001</c:v>
                </c:pt>
                <c:pt idx="40">
                  <c:v>0.22129260000000001</c:v>
                </c:pt>
                <c:pt idx="41">
                  <c:v>0.2215375</c:v>
                </c:pt>
                <c:pt idx="42">
                  <c:v>0.22173328571428572</c:v>
                </c:pt>
                <c:pt idx="43">
                  <c:v>0.22189462500000001</c:v>
                </c:pt>
                <c:pt idx="44">
                  <c:v>0.22203088888888889</c:v>
                </c:pt>
                <c:pt idx="45">
                  <c:v>0.22214800000000001</c:v>
                </c:pt>
                <c:pt idx="46">
                  <c:v>0.22281380000000001</c:v>
                </c:pt>
                <c:pt idx="47">
                  <c:v>0.22312516666666668</c:v>
                </c:pt>
                <c:pt idx="48">
                  <c:v>0.223314175</c:v>
                </c:pt>
                <c:pt idx="49">
                  <c:v>0.22344359999999999</c:v>
                </c:pt>
                <c:pt idx="50">
                  <c:v>0.22353868333333332</c:v>
                </c:pt>
                <c:pt idx="51">
                  <c:v>0.22361187142857142</c:v>
                </c:pt>
                <c:pt idx="52">
                  <c:v>0.223670075</c:v>
                </c:pt>
                <c:pt idx="53">
                  <c:v>0.22371752222222221</c:v>
                </c:pt>
                <c:pt idx="54">
                  <c:v>0.22375693999999999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F33-48F1-95B1-DD613F959E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857647"/>
        <c:axId val="1258856687"/>
      </c:scatterChart>
      <c:valAx>
        <c:axId val="1258857647"/>
        <c:scaling>
          <c:logBase val="10"/>
          <c:orientation val="minMax"/>
          <c:max val="100000000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8856687"/>
        <c:crosses val="autoZero"/>
        <c:crossBetween val="midCat"/>
      </c:valAx>
      <c:valAx>
        <c:axId val="1258856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88576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Landau estimate of 5-factor</a:t>
            </a:r>
            <a:r>
              <a:rPr lang="en-US" baseline="0"/>
              <a:t> numbers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Actual Frequency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Distributions!$J$3:$J$57</c:f>
              <c:numCache>
                <c:formatCode>General</c:formatCode>
                <c:ptCount val="55"/>
                <c:pt idx="0">
                  <c:v>0.04</c:v>
                </c:pt>
                <c:pt idx="1">
                  <c:v>0.06</c:v>
                </c:pt>
                <c:pt idx="2">
                  <c:v>6.6666666666666666E-2</c:v>
                </c:pt>
                <c:pt idx="3">
                  <c:v>6.5000000000000002E-2</c:v>
                </c:pt>
                <c:pt idx="4">
                  <c:v>7.1999999999999995E-2</c:v>
                </c:pt>
                <c:pt idx="5">
                  <c:v>7.0000000000000007E-2</c:v>
                </c:pt>
                <c:pt idx="6">
                  <c:v>7.571428571428572E-2</c:v>
                </c:pt>
                <c:pt idx="7">
                  <c:v>7.4999999999999997E-2</c:v>
                </c:pt>
                <c:pt idx="8">
                  <c:v>7.2222222222222215E-2</c:v>
                </c:pt>
                <c:pt idx="9">
                  <c:v>7.5999999999999998E-2</c:v>
                </c:pt>
                <c:pt idx="10">
                  <c:v>8.2500000000000004E-2</c:v>
                </c:pt>
                <c:pt idx="11">
                  <c:v>8.5999999999999993E-2</c:v>
                </c:pt>
                <c:pt idx="12">
                  <c:v>8.9249999999999996E-2</c:v>
                </c:pt>
                <c:pt idx="13">
                  <c:v>9.0399999999999994E-2</c:v>
                </c:pt>
                <c:pt idx="14">
                  <c:v>9.2166666666666661E-2</c:v>
                </c:pt>
                <c:pt idx="15">
                  <c:v>9.342857142857143E-2</c:v>
                </c:pt>
                <c:pt idx="16">
                  <c:v>9.325E-2</c:v>
                </c:pt>
                <c:pt idx="17">
                  <c:v>9.4555555555555559E-2</c:v>
                </c:pt>
                <c:pt idx="18">
                  <c:v>9.6299999999999997E-2</c:v>
                </c:pt>
                <c:pt idx="19">
                  <c:v>0.10065</c:v>
                </c:pt>
                <c:pt idx="20">
                  <c:v>0.10363333333333333</c:v>
                </c:pt>
                <c:pt idx="21">
                  <c:v>0.1062</c:v>
                </c:pt>
                <c:pt idx="22">
                  <c:v>0.10712000000000001</c:v>
                </c:pt>
                <c:pt idx="23">
                  <c:v>0.10873333333333333</c:v>
                </c:pt>
                <c:pt idx="24">
                  <c:v>0.10957142857142857</c:v>
                </c:pt>
                <c:pt idx="25">
                  <c:v>0.11015</c:v>
                </c:pt>
                <c:pt idx="26">
                  <c:v>0.11122222222222222</c:v>
                </c:pt>
                <c:pt idx="27">
                  <c:v>0.11185</c:v>
                </c:pt>
                <c:pt idx="28">
                  <c:v>0.11583499999999999</c:v>
                </c:pt>
                <c:pt idx="29">
                  <c:v>0.11803666666666666</c:v>
                </c:pt>
                <c:pt idx="30">
                  <c:v>0.11967999999999999</c:v>
                </c:pt>
                <c:pt idx="31">
                  <c:v>0.120868</c:v>
                </c:pt>
                <c:pt idx="32">
                  <c:v>0.121915</c:v>
                </c:pt>
                <c:pt idx="33">
                  <c:v>0.12257857142857143</c:v>
                </c:pt>
                <c:pt idx="34">
                  <c:v>0.12336</c:v>
                </c:pt>
                <c:pt idx="35">
                  <c:v>0.12401888888888889</c:v>
                </c:pt>
                <c:pt idx="36">
                  <c:v>0.12446500000000001</c:v>
                </c:pt>
                <c:pt idx="37">
                  <c:v>0.12788849999999999</c:v>
                </c:pt>
                <c:pt idx="38">
                  <c:v>0.12973366666666666</c:v>
                </c:pt>
                <c:pt idx="39">
                  <c:v>0.13104275000000001</c:v>
                </c:pt>
                <c:pt idx="40">
                  <c:v>0.1320508</c:v>
                </c:pt>
                <c:pt idx="41">
                  <c:v>0.13283149999999999</c:v>
                </c:pt>
                <c:pt idx="42">
                  <c:v>0.13348285714285715</c:v>
                </c:pt>
                <c:pt idx="43">
                  <c:v>0.13407050000000001</c:v>
                </c:pt>
                <c:pt idx="44">
                  <c:v>0.13456922222222223</c:v>
                </c:pt>
                <c:pt idx="45">
                  <c:v>0.13497790000000001</c:v>
                </c:pt>
                <c:pt idx="46">
                  <c:v>0.1378047</c:v>
                </c:pt>
                <c:pt idx="47">
                  <c:v>0.13936963333333333</c:v>
                </c:pt>
                <c:pt idx="48">
                  <c:v>0.140425625</c:v>
                </c:pt>
                <c:pt idx="49">
                  <c:v>0.14126612</c:v>
                </c:pt>
                <c:pt idx="50">
                  <c:v>0.14190638333333333</c:v>
                </c:pt>
                <c:pt idx="51">
                  <c:v>0.14246895714285715</c:v>
                </c:pt>
                <c:pt idx="52">
                  <c:v>0.14294465000000001</c:v>
                </c:pt>
                <c:pt idx="53">
                  <c:v>0.14333844444444443</c:v>
                </c:pt>
                <c:pt idx="54">
                  <c:v>0.14371022999999999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71C-4B5D-B825-3122FC4D34A1}"/>
            </c:ext>
          </c:extLst>
        </c:ser>
        <c:ser>
          <c:idx val="1"/>
          <c:order val="1"/>
          <c:tx>
            <c:v>Landau Estimate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Distributions!$K$3:$K$57</c:f>
              <c:numCache>
                <c:formatCode>General</c:formatCode>
                <c:ptCount val="55"/>
                <c:pt idx="0">
                  <c:v>0.05</c:v>
                </c:pt>
                <c:pt idx="1">
                  <c:v>0.06</c:v>
                </c:pt>
                <c:pt idx="2">
                  <c:v>6.6666666666666666E-2</c:v>
                </c:pt>
                <c:pt idx="3">
                  <c:v>7.2499999999999995E-2</c:v>
                </c:pt>
                <c:pt idx="4">
                  <c:v>7.3999999999999996E-2</c:v>
                </c:pt>
                <c:pt idx="5">
                  <c:v>7.6666666666666661E-2</c:v>
                </c:pt>
                <c:pt idx="6">
                  <c:v>0.08</c:v>
                </c:pt>
                <c:pt idx="7">
                  <c:v>8.1250000000000003E-2</c:v>
                </c:pt>
                <c:pt idx="8">
                  <c:v>8.2222222222222224E-2</c:v>
                </c:pt>
                <c:pt idx="9">
                  <c:v>8.4000000000000005E-2</c:v>
                </c:pt>
                <c:pt idx="10">
                  <c:v>9.2999999999999999E-2</c:v>
                </c:pt>
                <c:pt idx="11">
                  <c:v>9.7333333333333327E-2</c:v>
                </c:pt>
                <c:pt idx="12">
                  <c:v>0.10050000000000001</c:v>
                </c:pt>
                <c:pt idx="13">
                  <c:v>0.10299999999999999</c:v>
                </c:pt>
                <c:pt idx="14">
                  <c:v>0.10483333333333333</c:v>
                </c:pt>
                <c:pt idx="15">
                  <c:v>0.10642857142857143</c:v>
                </c:pt>
                <c:pt idx="16">
                  <c:v>0.10775</c:v>
                </c:pt>
                <c:pt idx="17">
                  <c:v>0.10888888888888888</c:v>
                </c:pt>
                <c:pt idx="18">
                  <c:v>0.1099</c:v>
                </c:pt>
                <c:pt idx="19">
                  <c:v>0.1163</c:v>
                </c:pt>
                <c:pt idx="20">
                  <c:v>0.11973333333333333</c:v>
                </c:pt>
                <c:pt idx="21">
                  <c:v>0.122075</c:v>
                </c:pt>
                <c:pt idx="22">
                  <c:v>0.12384000000000001</c:v>
                </c:pt>
                <c:pt idx="23">
                  <c:v>0.12525</c:v>
                </c:pt>
                <c:pt idx="24">
                  <c:v>0.1264142857142857</c:v>
                </c:pt>
                <c:pt idx="25">
                  <c:v>0.12740000000000001</c:v>
                </c:pt>
                <c:pt idx="26">
                  <c:v>0.12825555555555557</c:v>
                </c:pt>
                <c:pt idx="27">
                  <c:v>0.12901000000000001</c:v>
                </c:pt>
                <c:pt idx="28">
                  <c:v>0.13375500000000001</c:v>
                </c:pt>
                <c:pt idx="29">
                  <c:v>0.13635333333333333</c:v>
                </c:pt>
                <c:pt idx="30">
                  <c:v>0.13812250000000001</c:v>
                </c:pt>
                <c:pt idx="31">
                  <c:v>0.13945199999999999</c:v>
                </c:pt>
                <c:pt idx="32">
                  <c:v>0.14051333333333332</c:v>
                </c:pt>
                <c:pt idx="33">
                  <c:v>0.14139428571428572</c:v>
                </c:pt>
                <c:pt idx="34">
                  <c:v>0.14214375000000001</c:v>
                </c:pt>
                <c:pt idx="35">
                  <c:v>0.14279555555555556</c:v>
                </c:pt>
                <c:pt idx="36">
                  <c:v>0.143372</c:v>
                </c:pt>
                <c:pt idx="37">
                  <c:v>0.14699100000000001</c:v>
                </c:pt>
                <c:pt idx="38">
                  <c:v>0.148981</c:v>
                </c:pt>
                <c:pt idx="39">
                  <c:v>0.15033925000000001</c:v>
                </c:pt>
                <c:pt idx="40">
                  <c:v>0.15136340000000001</c:v>
                </c:pt>
                <c:pt idx="41">
                  <c:v>0.15218166666666666</c:v>
                </c:pt>
                <c:pt idx="42">
                  <c:v>0.152861</c:v>
                </c:pt>
                <c:pt idx="43">
                  <c:v>0.15344025</c:v>
                </c:pt>
                <c:pt idx="44">
                  <c:v>0.15394422222222223</c:v>
                </c:pt>
                <c:pt idx="45">
                  <c:v>0.15438969999999999</c:v>
                </c:pt>
                <c:pt idx="46">
                  <c:v>0.1571978</c:v>
                </c:pt>
                <c:pt idx="47">
                  <c:v>0.15874686666666665</c:v>
                </c:pt>
                <c:pt idx="48">
                  <c:v>0.15980649999999999</c:v>
                </c:pt>
                <c:pt idx="49">
                  <c:v>0.16060674</c:v>
                </c:pt>
                <c:pt idx="50">
                  <c:v>0.1612469</c:v>
                </c:pt>
                <c:pt idx="51">
                  <c:v>0.16177878571428572</c:v>
                </c:pt>
                <c:pt idx="52">
                  <c:v>0.16223272499999999</c:v>
                </c:pt>
                <c:pt idx="53">
                  <c:v>0.16262797777777777</c:v>
                </c:pt>
                <c:pt idx="54">
                  <c:v>0.1629775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71C-4B5D-B825-3122FC4D34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857647"/>
        <c:axId val="1258856687"/>
      </c:scatterChart>
      <c:valAx>
        <c:axId val="1258857647"/>
        <c:scaling>
          <c:logBase val="10"/>
          <c:orientation val="minMax"/>
          <c:max val="100000000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8856687"/>
        <c:crosses val="autoZero"/>
        <c:crossBetween val="midCat"/>
      </c:valAx>
      <c:valAx>
        <c:axId val="1258856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88576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Landau estimate of 3-factor numbers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Actual Frequency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Distributions!$F$3:$F$57</c:f>
              <c:numCache>
                <c:formatCode>General</c:formatCode>
                <c:ptCount val="55"/>
                <c:pt idx="0">
                  <c:v>0.22</c:v>
                </c:pt>
                <c:pt idx="1">
                  <c:v>0.24</c:v>
                </c:pt>
                <c:pt idx="2">
                  <c:v>0.24333333333333335</c:v>
                </c:pt>
                <c:pt idx="3">
                  <c:v>0.23749999999999999</c:v>
                </c:pt>
                <c:pt idx="4">
                  <c:v>0.24399999999999999</c:v>
                </c:pt>
                <c:pt idx="5">
                  <c:v>0.24</c:v>
                </c:pt>
                <c:pt idx="6">
                  <c:v>0.24714285714285714</c:v>
                </c:pt>
                <c:pt idx="7">
                  <c:v>0.2475</c:v>
                </c:pt>
                <c:pt idx="8">
                  <c:v>0.24444444444444444</c:v>
                </c:pt>
                <c:pt idx="9">
                  <c:v>0.247</c:v>
                </c:pt>
                <c:pt idx="10">
                  <c:v>0.2495</c:v>
                </c:pt>
                <c:pt idx="11">
                  <c:v>0.254</c:v>
                </c:pt>
                <c:pt idx="12">
                  <c:v>0.2555</c:v>
                </c:pt>
                <c:pt idx="13">
                  <c:v>0.25459999999999999</c:v>
                </c:pt>
                <c:pt idx="14">
                  <c:v>0.25583333333333336</c:v>
                </c:pt>
                <c:pt idx="15">
                  <c:v>0.25728571428571428</c:v>
                </c:pt>
                <c:pt idx="16">
                  <c:v>0.25587500000000002</c:v>
                </c:pt>
                <c:pt idx="17">
                  <c:v>0.25588888888888889</c:v>
                </c:pt>
                <c:pt idx="18">
                  <c:v>0.25690000000000002</c:v>
                </c:pt>
                <c:pt idx="19">
                  <c:v>0.25590000000000002</c:v>
                </c:pt>
                <c:pt idx="20">
                  <c:v>0.25613333333333332</c:v>
                </c:pt>
                <c:pt idx="21">
                  <c:v>0.25645000000000001</c:v>
                </c:pt>
                <c:pt idx="22">
                  <c:v>0.25588</c:v>
                </c:pt>
                <c:pt idx="23">
                  <c:v>0.25653333333333334</c:v>
                </c:pt>
                <c:pt idx="24">
                  <c:v>0.25567142857142855</c:v>
                </c:pt>
                <c:pt idx="25">
                  <c:v>0.25567499999999999</c:v>
                </c:pt>
                <c:pt idx="26">
                  <c:v>0.2556222222222222</c:v>
                </c:pt>
                <c:pt idx="27">
                  <c:v>0.25556000000000001</c:v>
                </c:pt>
                <c:pt idx="28">
                  <c:v>0.254415</c:v>
                </c:pt>
                <c:pt idx="29">
                  <c:v>0.25337666666666664</c:v>
                </c:pt>
                <c:pt idx="30">
                  <c:v>0.25303249999999999</c:v>
                </c:pt>
                <c:pt idx="31">
                  <c:v>0.25252400000000003</c:v>
                </c:pt>
                <c:pt idx="32">
                  <c:v>0.25227500000000003</c:v>
                </c:pt>
                <c:pt idx="33">
                  <c:v>0.25166714285714287</c:v>
                </c:pt>
                <c:pt idx="34">
                  <c:v>0.25144</c:v>
                </c:pt>
                <c:pt idx="35">
                  <c:v>0.25127444444444447</c:v>
                </c:pt>
                <c:pt idx="36">
                  <c:v>0.25085299999999999</c:v>
                </c:pt>
                <c:pt idx="37">
                  <c:v>0.2491505</c:v>
                </c:pt>
                <c:pt idx="38">
                  <c:v>0.247979</c:v>
                </c:pt>
                <c:pt idx="39">
                  <c:v>0.24716274999999999</c:v>
                </c:pt>
                <c:pt idx="40">
                  <c:v>0.2465762</c:v>
                </c:pt>
                <c:pt idx="41">
                  <c:v>0.24597783333333334</c:v>
                </c:pt>
                <c:pt idx="42">
                  <c:v>0.24554728571428572</c:v>
                </c:pt>
                <c:pt idx="43">
                  <c:v>0.245157875</c:v>
                </c:pt>
                <c:pt idx="44">
                  <c:v>0.24479244444444445</c:v>
                </c:pt>
                <c:pt idx="45">
                  <c:v>0.24443590000000001</c:v>
                </c:pt>
                <c:pt idx="46">
                  <c:v>0.24236779999999999</c:v>
                </c:pt>
                <c:pt idx="47">
                  <c:v>0.24110473333333332</c:v>
                </c:pt>
                <c:pt idx="48">
                  <c:v>0.2401836</c:v>
                </c:pt>
                <c:pt idx="49">
                  <c:v>0.23948732</c:v>
                </c:pt>
                <c:pt idx="50">
                  <c:v>0.23889511666666666</c:v>
                </c:pt>
                <c:pt idx="51">
                  <c:v>0.23841855714285715</c:v>
                </c:pt>
                <c:pt idx="52">
                  <c:v>0.2379851</c:v>
                </c:pt>
                <c:pt idx="53">
                  <c:v>0.23760284444444443</c:v>
                </c:pt>
                <c:pt idx="54">
                  <c:v>0.23727305000000001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F12-4825-AE82-AE341B45E08D}"/>
            </c:ext>
          </c:extLst>
        </c:ser>
        <c:ser>
          <c:idx val="1"/>
          <c:order val="1"/>
          <c:tx>
            <c:v>Landau Estimate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Distributions!$A$3:$A$57</c:f>
              <c:numCache>
                <c:formatCode>#,##0</c:formatCode>
                <c:ptCount val="5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2000</c:v>
                </c:pt>
                <c:pt idx="11">
                  <c:v>3000</c:v>
                </c:pt>
                <c:pt idx="12">
                  <c:v>4000</c:v>
                </c:pt>
                <c:pt idx="13">
                  <c:v>5000</c:v>
                </c:pt>
                <c:pt idx="14">
                  <c:v>6000</c:v>
                </c:pt>
                <c:pt idx="15">
                  <c:v>7000</c:v>
                </c:pt>
                <c:pt idx="16">
                  <c:v>8000</c:v>
                </c:pt>
                <c:pt idx="17">
                  <c:v>9000</c:v>
                </c:pt>
                <c:pt idx="18">
                  <c:v>10000</c:v>
                </c:pt>
                <c:pt idx="19">
                  <c:v>20000</c:v>
                </c:pt>
                <c:pt idx="20">
                  <c:v>30000</c:v>
                </c:pt>
                <c:pt idx="21">
                  <c:v>40000</c:v>
                </c:pt>
                <c:pt idx="22">
                  <c:v>50000</c:v>
                </c:pt>
                <c:pt idx="23">
                  <c:v>60000</c:v>
                </c:pt>
                <c:pt idx="24">
                  <c:v>70000</c:v>
                </c:pt>
                <c:pt idx="25">
                  <c:v>80000</c:v>
                </c:pt>
                <c:pt idx="26">
                  <c:v>90000</c:v>
                </c:pt>
                <c:pt idx="27">
                  <c:v>100000</c:v>
                </c:pt>
                <c:pt idx="28">
                  <c:v>200000</c:v>
                </c:pt>
                <c:pt idx="29">
                  <c:v>300000</c:v>
                </c:pt>
                <c:pt idx="30">
                  <c:v>400000</c:v>
                </c:pt>
                <c:pt idx="31">
                  <c:v>500000</c:v>
                </c:pt>
                <c:pt idx="32">
                  <c:v>600000</c:v>
                </c:pt>
                <c:pt idx="33">
                  <c:v>700000</c:v>
                </c:pt>
                <c:pt idx="34">
                  <c:v>800000</c:v>
                </c:pt>
                <c:pt idx="35">
                  <c:v>900000</c:v>
                </c:pt>
                <c:pt idx="36">
                  <c:v>1000000</c:v>
                </c:pt>
                <c:pt idx="37">
                  <c:v>2000000</c:v>
                </c:pt>
                <c:pt idx="38">
                  <c:v>3000000</c:v>
                </c:pt>
                <c:pt idx="39">
                  <c:v>4000000</c:v>
                </c:pt>
                <c:pt idx="40">
                  <c:v>5000000</c:v>
                </c:pt>
                <c:pt idx="41">
                  <c:v>6000000</c:v>
                </c:pt>
                <c:pt idx="42">
                  <c:v>7000000</c:v>
                </c:pt>
                <c:pt idx="43">
                  <c:v>8000000</c:v>
                </c:pt>
                <c:pt idx="44">
                  <c:v>9000000</c:v>
                </c:pt>
                <c:pt idx="45">
                  <c:v>10000000</c:v>
                </c:pt>
                <c:pt idx="46">
                  <c:v>20000000</c:v>
                </c:pt>
                <c:pt idx="47">
                  <c:v>30000000</c:v>
                </c:pt>
                <c:pt idx="48">
                  <c:v>40000000</c:v>
                </c:pt>
                <c:pt idx="49">
                  <c:v>50000000</c:v>
                </c:pt>
                <c:pt idx="50">
                  <c:v>60000000</c:v>
                </c:pt>
                <c:pt idx="51">
                  <c:v>70000000</c:v>
                </c:pt>
                <c:pt idx="52">
                  <c:v>80000000</c:v>
                </c:pt>
                <c:pt idx="53">
                  <c:v>90000000</c:v>
                </c:pt>
                <c:pt idx="54">
                  <c:v>100000000</c:v>
                </c:pt>
              </c:numCache>
            </c:numRef>
          </c:xVal>
          <c:yVal>
            <c:numRef>
              <c:f>Distributions!$G$3:$G$57</c:f>
              <c:numCache>
                <c:formatCode>General</c:formatCode>
                <c:ptCount val="55"/>
                <c:pt idx="0">
                  <c:v>0.25</c:v>
                </c:pt>
                <c:pt idx="1">
                  <c:v>0.26</c:v>
                </c:pt>
                <c:pt idx="2">
                  <c:v>0.26666666666666666</c:v>
                </c:pt>
                <c:pt idx="3">
                  <c:v>0.26750000000000002</c:v>
                </c:pt>
                <c:pt idx="4">
                  <c:v>0.26800000000000002</c:v>
                </c:pt>
                <c:pt idx="5">
                  <c:v>0.27</c:v>
                </c:pt>
                <c:pt idx="6">
                  <c:v>0.27</c:v>
                </c:pt>
                <c:pt idx="7">
                  <c:v>0.27</c:v>
                </c:pt>
                <c:pt idx="8">
                  <c:v>0.27</c:v>
                </c:pt>
                <c:pt idx="9">
                  <c:v>0.27</c:v>
                </c:pt>
                <c:pt idx="10">
                  <c:v>0.27050000000000002</c:v>
                </c:pt>
                <c:pt idx="11">
                  <c:v>0.27033333333333331</c:v>
                </c:pt>
                <c:pt idx="12">
                  <c:v>0.26974999999999999</c:v>
                </c:pt>
                <c:pt idx="13">
                  <c:v>0.26939999999999997</c:v>
                </c:pt>
                <c:pt idx="14">
                  <c:v>0.26900000000000002</c:v>
                </c:pt>
                <c:pt idx="15">
                  <c:v>0.26857142857142857</c:v>
                </c:pt>
                <c:pt idx="16">
                  <c:v>0.26824999999999999</c:v>
                </c:pt>
                <c:pt idx="17">
                  <c:v>0.2678888888888889</c:v>
                </c:pt>
                <c:pt idx="18">
                  <c:v>0.2676</c:v>
                </c:pt>
                <c:pt idx="19">
                  <c:v>0.26545000000000002</c:v>
                </c:pt>
                <c:pt idx="20">
                  <c:v>0.26400000000000001</c:v>
                </c:pt>
                <c:pt idx="21">
                  <c:v>0.26292500000000002</c:v>
                </c:pt>
                <c:pt idx="22">
                  <c:v>0.26206000000000002</c:v>
                </c:pt>
                <c:pt idx="23">
                  <c:v>0.26135000000000003</c:v>
                </c:pt>
                <c:pt idx="24">
                  <c:v>0.26074285714285717</c:v>
                </c:pt>
                <c:pt idx="25">
                  <c:v>0.26019999999999999</c:v>
                </c:pt>
                <c:pt idx="26">
                  <c:v>0.25972222222222224</c:v>
                </c:pt>
                <c:pt idx="27">
                  <c:v>0.25929999999999997</c:v>
                </c:pt>
                <c:pt idx="28">
                  <c:v>0.256415</c:v>
                </c:pt>
                <c:pt idx="29">
                  <c:v>0.25469666666666668</c:v>
                </c:pt>
                <c:pt idx="30">
                  <c:v>0.25346999999999997</c:v>
                </c:pt>
                <c:pt idx="31">
                  <c:v>0.25251200000000001</c:v>
                </c:pt>
                <c:pt idx="32">
                  <c:v>0.25172833333333333</c:v>
                </c:pt>
                <c:pt idx="33">
                  <c:v>0.25106571428571428</c:v>
                </c:pt>
                <c:pt idx="34">
                  <c:v>0.25049125</c:v>
                </c:pt>
                <c:pt idx="35">
                  <c:v>0.24998444444444445</c:v>
                </c:pt>
                <c:pt idx="36">
                  <c:v>0.249531</c:v>
                </c:pt>
                <c:pt idx="37">
                  <c:v>0.24655150000000001</c:v>
                </c:pt>
                <c:pt idx="38">
                  <c:v>0.24481733333333333</c:v>
                </c:pt>
                <c:pt idx="39">
                  <c:v>0.24359249999999999</c:v>
                </c:pt>
                <c:pt idx="40">
                  <c:v>0.24264659999999999</c:v>
                </c:pt>
                <c:pt idx="41">
                  <c:v>0.24187633333333333</c:v>
                </c:pt>
                <c:pt idx="42">
                  <c:v>0.24122714285714286</c:v>
                </c:pt>
                <c:pt idx="43">
                  <c:v>0.24066650000000001</c:v>
                </c:pt>
                <c:pt idx="44">
                  <c:v>0.24017322222222223</c:v>
                </c:pt>
                <c:pt idx="45">
                  <c:v>0.2397331</c:v>
                </c:pt>
                <c:pt idx="46">
                  <c:v>0.23686394999999999</c:v>
                </c:pt>
                <c:pt idx="47">
                  <c:v>0.23520856666666667</c:v>
                </c:pt>
                <c:pt idx="48">
                  <c:v>0.234045</c:v>
                </c:pt>
                <c:pt idx="49">
                  <c:v>0.23314888</c:v>
                </c:pt>
                <c:pt idx="50">
                  <c:v>0.23242094999999999</c:v>
                </c:pt>
                <c:pt idx="51">
                  <c:v>0.23180851428571428</c:v>
                </c:pt>
                <c:pt idx="52">
                  <c:v>0.23128024999999999</c:v>
                </c:pt>
                <c:pt idx="53">
                  <c:v>0.23081604444444445</c:v>
                </c:pt>
                <c:pt idx="54">
                  <c:v>0.2304022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F12-4825-AE82-AE341B45E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857647"/>
        <c:axId val="1258856687"/>
      </c:scatterChart>
      <c:valAx>
        <c:axId val="1258857647"/>
        <c:scaling>
          <c:logBase val="10"/>
          <c:orientation val="minMax"/>
          <c:max val="100000000"/>
          <c:min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8856687"/>
        <c:crosses val="autoZero"/>
        <c:crossBetween val="midCat"/>
      </c:valAx>
      <c:valAx>
        <c:axId val="1258856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88576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Cumulative Landau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S1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LandauAlone!$A$2:$A$140</c:f>
              <c:numCache>
                <c:formatCode>0.E+00</c:formatCode>
                <c:ptCount val="139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5000</c:v>
                </c:pt>
                <c:pt idx="6">
                  <c:v>10000</c:v>
                </c:pt>
                <c:pt idx="7">
                  <c:v>50000</c:v>
                </c:pt>
                <c:pt idx="8">
                  <c:v>100000</c:v>
                </c:pt>
                <c:pt idx="9">
                  <c:v>500000</c:v>
                </c:pt>
                <c:pt idx="10">
                  <c:v>1000000</c:v>
                </c:pt>
                <c:pt idx="11">
                  <c:v>5000000</c:v>
                </c:pt>
                <c:pt idx="12">
                  <c:v>10000000</c:v>
                </c:pt>
                <c:pt idx="13">
                  <c:v>50000000</c:v>
                </c:pt>
                <c:pt idx="14">
                  <c:v>100000000</c:v>
                </c:pt>
                <c:pt idx="15">
                  <c:v>500000000</c:v>
                </c:pt>
                <c:pt idx="16">
                  <c:v>1000000000</c:v>
                </c:pt>
                <c:pt idx="17">
                  <c:v>5000000000</c:v>
                </c:pt>
                <c:pt idx="18">
                  <c:v>10000000000</c:v>
                </c:pt>
                <c:pt idx="19">
                  <c:v>50000000000</c:v>
                </c:pt>
                <c:pt idx="20">
                  <c:v>100000000000</c:v>
                </c:pt>
                <c:pt idx="21">
                  <c:v>500000000000</c:v>
                </c:pt>
                <c:pt idx="22">
                  <c:v>1000000000000</c:v>
                </c:pt>
                <c:pt idx="23">
                  <c:v>5000000000000</c:v>
                </c:pt>
                <c:pt idx="24">
                  <c:v>10000000000000</c:v>
                </c:pt>
                <c:pt idx="25">
                  <c:v>50000000000000</c:v>
                </c:pt>
                <c:pt idx="26">
                  <c:v>100000000000000</c:v>
                </c:pt>
                <c:pt idx="27">
                  <c:v>500000000000000</c:v>
                </c:pt>
                <c:pt idx="28">
                  <c:v>1000000000000000</c:v>
                </c:pt>
                <c:pt idx="29">
                  <c:v>5000000000000000</c:v>
                </c:pt>
                <c:pt idx="30">
                  <c:v>1E+16</c:v>
                </c:pt>
                <c:pt idx="31">
                  <c:v>5E+16</c:v>
                </c:pt>
                <c:pt idx="32">
                  <c:v>1E+17</c:v>
                </c:pt>
                <c:pt idx="33">
                  <c:v>5E+17</c:v>
                </c:pt>
                <c:pt idx="34">
                  <c:v>1E+18</c:v>
                </c:pt>
                <c:pt idx="35">
                  <c:v>5E+18</c:v>
                </c:pt>
                <c:pt idx="36">
                  <c:v>1E+19</c:v>
                </c:pt>
                <c:pt idx="37">
                  <c:v>5E+19</c:v>
                </c:pt>
                <c:pt idx="38">
                  <c:v>1E+20</c:v>
                </c:pt>
                <c:pt idx="39">
                  <c:v>5E+20</c:v>
                </c:pt>
                <c:pt idx="40">
                  <c:v>1E+21</c:v>
                </c:pt>
                <c:pt idx="41">
                  <c:v>5E+21</c:v>
                </c:pt>
                <c:pt idx="42">
                  <c:v>1E+22</c:v>
                </c:pt>
                <c:pt idx="43">
                  <c:v>4.9999999999999996E+22</c:v>
                </c:pt>
                <c:pt idx="44">
                  <c:v>9.9999999999999992E+22</c:v>
                </c:pt>
                <c:pt idx="45">
                  <c:v>4.9999999999999999E+23</c:v>
                </c:pt>
                <c:pt idx="46">
                  <c:v>9.9999999999999998E+23</c:v>
                </c:pt>
                <c:pt idx="47">
                  <c:v>4.9999999999999994E+24</c:v>
                </c:pt>
                <c:pt idx="48">
                  <c:v>9.9999999999999988E+24</c:v>
                </c:pt>
                <c:pt idx="49">
                  <c:v>4.9999999999999994E+25</c:v>
                </c:pt>
                <c:pt idx="50">
                  <c:v>9.9999999999999988E+25</c:v>
                </c:pt>
                <c:pt idx="51">
                  <c:v>4.9999999999999994E+26</c:v>
                </c:pt>
                <c:pt idx="52">
                  <c:v>9.9999999999999988E+26</c:v>
                </c:pt>
                <c:pt idx="53">
                  <c:v>4.9999999999999998E+27</c:v>
                </c:pt>
                <c:pt idx="54">
                  <c:v>9.9999999999999996E+27</c:v>
                </c:pt>
                <c:pt idx="55">
                  <c:v>4.9999999999999996E+28</c:v>
                </c:pt>
                <c:pt idx="56">
                  <c:v>9.9999999999999991E+28</c:v>
                </c:pt>
                <c:pt idx="57">
                  <c:v>4.9999999999999994E+29</c:v>
                </c:pt>
                <c:pt idx="58">
                  <c:v>9.9999999999999988E+29</c:v>
                </c:pt>
                <c:pt idx="59">
                  <c:v>4.9999999999999993E+30</c:v>
                </c:pt>
                <c:pt idx="60">
                  <c:v>9.9999999999999985E+30</c:v>
                </c:pt>
                <c:pt idx="61">
                  <c:v>4.9999999999999994E+31</c:v>
                </c:pt>
                <c:pt idx="62">
                  <c:v>9.9999999999999987E+31</c:v>
                </c:pt>
                <c:pt idx="63">
                  <c:v>4.9999999999999997E+32</c:v>
                </c:pt>
                <c:pt idx="64">
                  <c:v>9.9999999999999995E+32</c:v>
                </c:pt>
                <c:pt idx="65">
                  <c:v>4.9999999999999997E+33</c:v>
                </c:pt>
                <c:pt idx="66">
                  <c:v>9.9999999999999995E+33</c:v>
                </c:pt>
                <c:pt idx="67">
                  <c:v>4.9999999999999998E+34</c:v>
                </c:pt>
                <c:pt idx="68">
                  <c:v>9.9999999999999997E+34</c:v>
                </c:pt>
                <c:pt idx="69">
                  <c:v>4.9999999999999995E+35</c:v>
                </c:pt>
                <c:pt idx="70">
                  <c:v>9.9999999999999989E+35</c:v>
                </c:pt>
                <c:pt idx="71">
                  <c:v>4.9999999999999992E+36</c:v>
                </c:pt>
                <c:pt idx="72">
                  <c:v>9.9999999999999984E+36</c:v>
                </c:pt>
                <c:pt idx="73">
                  <c:v>4.9999999999999989E+37</c:v>
                </c:pt>
                <c:pt idx="74">
                  <c:v>9.9999999999999979E+37</c:v>
                </c:pt>
                <c:pt idx="75">
                  <c:v>4.9999999999999989E+38</c:v>
                </c:pt>
                <c:pt idx="76">
                  <c:v>9.9999999999999979E+38</c:v>
                </c:pt>
                <c:pt idx="77">
                  <c:v>4.9999999999999989E+39</c:v>
                </c:pt>
                <c:pt idx="78">
                  <c:v>9.9999999999999979E+39</c:v>
                </c:pt>
                <c:pt idx="79">
                  <c:v>4.9999999999999991E+40</c:v>
                </c:pt>
                <c:pt idx="80">
                  <c:v>9.9999999999999981E+40</c:v>
                </c:pt>
                <c:pt idx="81">
                  <c:v>4.9999999999999995E+41</c:v>
                </c:pt>
                <c:pt idx="82">
                  <c:v>9.9999999999999989E+41</c:v>
                </c:pt>
                <c:pt idx="83">
                  <c:v>4.9999999999999995E+42</c:v>
                </c:pt>
                <c:pt idx="84">
                  <c:v>9.9999999999999989E+42</c:v>
                </c:pt>
                <c:pt idx="85">
                  <c:v>4.9999999999999995E+43</c:v>
                </c:pt>
                <c:pt idx="86">
                  <c:v>9.9999999999999989E+43</c:v>
                </c:pt>
                <c:pt idx="87">
                  <c:v>4.9999999999999996E+44</c:v>
                </c:pt>
                <c:pt idx="88">
                  <c:v>9.9999999999999993E+44</c:v>
                </c:pt>
                <c:pt idx="89">
                  <c:v>5E+45</c:v>
                </c:pt>
                <c:pt idx="90">
                  <c:v>9.9999999999999999E+45</c:v>
                </c:pt>
                <c:pt idx="91">
                  <c:v>5.0000000000000002E+46</c:v>
                </c:pt>
                <c:pt idx="92">
                  <c:v>1E+47</c:v>
                </c:pt>
                <c:pt idx="93">
                  <c:v>5.0000000000000002E+47</c:v>
                </c:pt>
                <c:pt idx="94">
                  <c:v>1E+48</c:v>
                </c:pt>
                <c:pt idx="95">
                  <c:v>5.0000000000000004E+48</c:v>
                </c:pt>
                <c:pt idx="96">
                  <c:v>1.0000000000000001E+49</c:v>
                </c:pt>
                <c:pt idx="97">
                  <c:v>5.0000000000000004E+49</c:v>
                </c:pt>
                <c:pt idx="98">
                  <c:v>1.0000000000000001E+50</c:v>
                </c:pt>
                <c:pt idx="99">
                  <c:v>5E+50</c:v>
                </c:pt>
                <c:pt idx="100">
                  <c:v>9.9999999999999999E+50</c:v>
                </c:pt>
                <c:pt idx="101">
                  <c:v>5E+51</c:v>
                </c:pt>
                <c:pt idx="102">
                  <c:v>9.9999999999999999E+51</c:v>
                </c:pt>
                <c:pt idx="103">
                  <c:v>5E+52</c:v>
                </c:pt>
                <c:pt idx="104">
                  <c:v>9.9999999999999999E+52</c:v>
                </c:pt>
                <c:pt idx="105">
                  <c:v>5.0000000000000004E+53</c:v>
                </c:pt>
                <c:pt idx="106">
                  <c:v>1.0000000000000001E+54</c:v>
                </c:pt>
                <c:pt idx="107">
                  <c:v>5.0000000000000007E+54</c:v>
                </c:pt>
                <c:pt idx="108">
                  <c:v>1.0000000000000001E+55</c:v>
                </c:pt>
                <c:pt idx="109">
                  <c:v>5.0000000000000005E+55</c:v>
                </c:pt>
                <c:pt idx="110">
                  <c:v>1.0000000000000001E+56</c:v>
                </c:pt>
                <c:pt idx="111">
                  <c:v>5.0000000000000002E+56</c:v>
                </c:pt>
                <c:pt idx="112">
                  <c:v>1E+57</c:v>
                </c:pt>
                <c:pt idx="113">
                  <c:v>5.0000000000000004E+57</c:v>
                </c:pt>
                <c:pt idx="114">
                  <c:v>1.0000000000000001E+58</c:v>
                </c:pt>
                <c:pt idx="115">
                  <c:v>5.0000000000000004E+58</c:v>
                </c:pt>
                <c:pt idx="116">
                  <c:v>1.0000000000000001E+59</c:v>
                </c:pt>
                <c:pt idx="117">
                  <c:v>5.0000000000000006E+59</c:v>
                </c:pt>
                <c:pt idx="118">
                  <c:v>1.0000000000000001E+60</c:v>
                </c:pt>
                <c:pt idx="119">
                  <c:v>5.0000000000000005E+60</c:v>
                </c:pt>
                <c:pt idx="120">
                  <c:v>1.0000000000000001E+61</c:v>
                </c:pt>
                <c:pt idx="121">
                  <c:v>5.0000000000000007E+61</c:v>
                </c:pt>
                <c:pt idx="122">
                  <c:v>1.0000000000000001E+62</c:v>
                </c:pt>
                <c:pt idx="123">
                  <c:v>5.0000000000000012E+62</c:v>
                </c:pt>
                <c:pt idx="124">
                  <c:v>1.0000000000000002E+63</c:v>
                </c:pt>
                <c:pt idx="125">
                  <c:v>5.0000000000000008E+63</c:v>
                </c:pt>
                <c:pt idx="126">
                  <c:v>1.0000000000000002E+64</c:v>
                </c:pt>
                <c:pt idx="127">
                  <c:v>5.0000000000000011E+64</c:v>
                </c:pt>
                <c:pt idx="128">
                  <c:v>1.0000000000000002E+65</c:v>
                </c:pt>
                <c:pt idx="129">
                  <c:v>5.0000000000000007E+65</c:v>
                </c:pt>
                <c:pt idx="130">
                  <c:v>1.0000000000000001E+66</c:v>
                </c:pt>
                <c:pt idx="131">
                  <c:v>5.0000000000000007E+66</c:v>
                </c:pt>
                <c:pt idx="132">
                  <c:v>1.0000000000000001E+67</c:v>
                </c:pt>
                <c:pt idx="133">
                  <c:v>5.0000000000000004E+67</c:v>
                </c:pt>
                <c:pt idx="134">
                  <c:v>1.0000000000000001E+68</c:v>
                </c:pt>
                <c:pt idx="135">
                  <c:v>5.0000000000000004E+68</c:v>
                </c:pt>
                <c:pt idx="136">
                  <c:v>1.0000000000000001E+69</c:v>
                </c:pt>
                <c:pt idx="137">
                  <c:v>5.0000000000000004E+69</c:v>
                </c:pt>
                <c:pt idx="138">
                  <c:v>1.0000000000000001E+70</c:v>
                </c:pt>
              </c:numCache>
            </c:numRef>
          </c:xVal>
          <c:yVal>
            <c:numRef>
              <c:f>LandauAlone!$B$2:$B$140</c:f>
              <c:numCache>
                <c:formatCode>0.000</c:formatCode>
                <c:ptCount val="139"/>
                <c:pt idx="0">
                  <c:v>0.43429448190325176</c:v>
                </c:pt>
                <c:pt idx="1">
                  <c:v>0.25562221863533147</c:v>
                </c:pt>
                <c:pt idx="2">
                  <c:v>0.21714724095162588</c:v>
                </c:pt>
                <c:pt idx="3">
                  <c:v>0.16091119249400249</c:v>
                </c:pt>
                <c:pt idx="4">
                  <c:v>0.14476482730108395</c:v>
                </c:pt>
                <c:pt idx="5">
                  <c:v>0.11740957114930958</c:v>
                </c:pt>
                <c:pt idx="6">
                  <c:v>0.10857362047581294</c:v>
                </c:pt>
                <c:pt idx="7">
                  <c:v>9.2423335646429433E-2</c:v>
                </c:pt>
                <c:pt idx="8">
                  <c:v>8.6858896380650363E-2</c:v>
                </c:pt>
                <c:pt idx="9">
                  <c:v>7.6205784830034567E-2</c:v>
                </c:pt>
                <c:pt idx="10">
                  <c:v>7.2382413650541974E-2</c:v>
                </c:pt>
                <c:pt idx="11">
                  <c:v>6.4830038292774492E-2</c:v>
                </c:pt>
                <c:pt idx="12">
                  <c:v>6.2042068843321689E-2</c:v>
                </c:pt>
                <c:pt idx="13">
                  <c:v>5.6409426411410814E-2</c:v>
                </c:pt>
                <c:pt idx="14">
                  <c:v>5.428681023790647E-2</c:v>
                </c:pt>
                <c:pt idx="15">
                  <c:v>4.9924816580213159E-2</c:v>
                </c:pt>
                <c:pt idx="16">
                  <c:v>4.8254942433694652E-2</c:v>
                </c:pt>
                <c:pt idx="17">
                  <c:v>4.4777381691983406E-2</c:v>
                </c:pt>
                <c:pt idx="18">
                  <c:v>4.3429448190325182E-2</c:v>
                </c:pt>
                <c:pt idx="19">
                  <c:v>4.0592176791526977E-2</c:v>
                </c:pt>
                <c:pt idx="20">
                  <c:v>3.9481316536659254E-2</c:v>
                </c:pt>
                <c:pt idx="21">
                  <c:v>3.7122454518841247E-2</c:v>
                </c:pt>
                <c:pt idx="22">
                  <c:v>3.6191206825270987E-2</c:v>
                </c:pt>
                <c:pt idx="23">
                  <c:v>3.4199189521273266E-2</c:v>
                </c:pt>
                <c:pt idx="24">
                  <c:v>3.3407267838711681E-2</c:v>
                </c:pt>
                <c:pt idx="25">
                  <c:v>3.170271062465195E-2</c:v>
                </c:pt>
                <c:pt idx="26">
                  <c:v>3.1021034421660845E-2</c:v>
                </c:pt>
                <c:pt idx="27">
                  <c:v>2.9545912521431111E-2</c:v>
                </c:pt>
                <c:pt idx="28">
                  <c:v>2.8952965460216789E-2</c:v>
                </c:pt>
                <c:pt idx="29">
                  <c:v>2.7663883795134375E-2</c:v>
                </c:pt>
                <c:pt idx="30">
                  <c:v>2.7143405118953235E-2</c:v>
                </c:pt>
                <c:pt idx="31">
                  <c:v>2.6007261632932082E-2</c:v>
                </c:pt>
                <c:pt idx="32">
                  <c:v>2.5546734229603046E-2</c:v>
                </c:pt>
                <c:pt idx="33">
                  <c:v>2.4537839309115465E-2</c:v>
                </c:pt>
                <c:pt idx="34">
                  <c:v>2.4127471216847326E-2</c:v>
                </c:pt>
                <c:pt idx="35">
                  <c:v>2.3225583109794029E-2</c:v>
                </c:pt>
                <c:pt idx="36">
                  <c:v>2.2857604310697464E-2</c:v>
                </c:pt>
                <c:pt idx="37">
                  <c:v>2.2046557855951734E-2</c:v>
                </c:pt>
                <c:pt idx="38">
                  <c:v>2.1714724095162591E-2</c:v>
                </c:pt>
                <c:pt idx="39">
                  <c:v>2.0981453754089014E-2</c:v>
                </c:pt>
                <c:pt idx="40">
                  <c:v>2.0680689614440563E-2</c:v>
                </c:pt>
                <c:pt idx="41">
                  <c:v>2.0014520588602522E-2</c:v>
                </c:pt>
                <c:pt idx="42">
                  <c:v>1.9740658268329627E-2</c:v>
                </c:pt>
                <c:pt idx="43">
                  <c:v>1.9132783638213177E-2</c:v>
                </c:pt>
                <c:pt idx="44">
                  <c:v>1.8882368778402252E-2</c:v>
                </c:pt>
                <c:pt idx="45">
                  <c:v>1.83254581031915E-2</c:v>
                </c:pt>
                <c:pt idx="46">
                  <c:v>1.8095603412635494E-2</c:v>
                </c:pt>
                <c:pt idx="47">
                  <c:v>1.7583505782913594E-2</c:v>
                </c:pt>
                <c:pt idx="48">
                  <c:v>1.7371779276130071E-2</c:v>
                </c:pt>
                <c:pt idx="49">
                  <c:v>1.6899295256968514E-2</c:v>
                </c:pt>
                <c:pt idx="50">
                  <c:v>1.670363391935584E-2</c:v>
                </c:pt>
                <c:pt idx="51">
                  <c:v>1.6266338433007739E-2</c:v>
                </c:pt>
                <c:pt idx="52">
                  <c:v>1.6084980811231549E-2</c:v>
                </c:pt>
                <c:pt idx="53">
                  <c:v>1.5679084162164406E-2</c:v>
                </c:pt>
                <c:pt idx="54">
                  <c:v>1.5510517210830422E-2</c:v>
                </c:pt>
                <c:pt idx="55">
                  <c:v>1.5132755002623295E-2</c:v>
                </c:pt>
                <c:pt idx="56">
                  <c:v>1.4975671789767307E-2</c:v>
                </c:pt>
                <c:pt idx="57">
                  <c:v>1.4623216961391097E-2</c:v>
                </c:pt>
                <c:pt idx="58">
                  <c:v>1.4476482730108394E-2</c:v>
                </c:pt>
                <c:pt idx="59">
                  <c:v>1.4146874694555247E-2</c:v>
                </c:pt>
                <c:pt idx="60">
                  <c:v>1.4009499416233929E-2</c:v>
                </c:pt>
                <c:pt idx="61">
                  <c:v>1.3700586544100512E-2</c:v>
                </c:pt>
                <c:pt idx="62">
                  <c:v>1.3571702559476618E-2</c:v>
                </c:pt>
                <c:pt idx="63">
                  <c:v>1.3281595164791509E-2</c:v>
                </c:pt>
                <c:pt idx="64">
                  <c:v>1.3160438845553086E-2</c:v>
                </c:pt>
                <c:pt idx="65">
                  <c:v>1.2887470502729653E-2</c:v>
                </c:pt>
                <c:pt idx="66">
                  <c:v>1.2773367114801523E-2</c:v>
                </c:pt>
                <c:pt idx="67">
                  <c:v>1.2516062633818293E-2</c:v>
                </c:pt>
                <c:pt idx="68">
                  <c:v>1.2408413768664337E-2</c:v>
                </c:pt>
                <c:pt idx="69">
                  <c:v>1.2165462528764897E-2</c:v>
                </c:pt>
                <c:pt idx="70">
                  <c:v>1.2063735608423663E-2</c:v>
                </c:pt>
                <c:pt idx="71">
                  <c:v>1.1833969232704338E-2</c:v>
                </c:pt>
                <c:pt idx="72">
                  <c:v>1.1737688700087887E-2</c:v>
                </c:pt>
                <c:pt idx="73">
                  <c:v>1.1520062268367029E-2</c:v>
                </c:pt>
                <c:pt idx="74">
                  <c:v>1.1428802155348732E-2</c:v>
                </c:pt>
                <c:pt idx="75">
                  <c:v>1.1222378317939506E-2</c:v>
                </c:pt>
                <c:pt idx="76">
                  <c:v>1.1135755946237226E-2</c:v>
                </c:pt>
                <c:pt idx="77">
                  <c:v>1.0939691429168492E-2</c:v>
                </c:pt>
                <c:pt idx="78">
                  <c:v>1.0857362047581295E-2</c:v>
                </c:pt>
                <c:pt idx="79">
                  <c:v>1.0670896139557896E-2</c:v>
                </c:pt>
                <c:pt idx="80">
                  <c:v>1.0592548339103702E-2</c:v>
                </c:pt>
                <c:pt idx="81">
                  <c:v>1.0414993028798846E-2</c:v>
                </c:pt>
                <c:pt idx="82">
                  <c:v>1.0340344807220282E-2</c:v>
                </c:pt>
                <c:pt idx="83">
                  <c:v>1.0171076301352231E-2</c:v>
                </c:pt>
                <c:pt idx="84">
                  <c:v>1.0099871672168647E-2</c:v>
                </c:pt>
                <c:pt idx="85">
                  <c:v>9.9383230739799825E-3</c:v>
                </c:pt>
                <c:pt idx="86">
                  <c:v>9.8703291341648135E-3</c:v>
                </c:pt>
                <c:pt idx="87">
                  <c:v>9.7159841012247738E-3</c:v>
                </c:pt>
                <c:pt idx="88">
                  <c:v>9.6509884867389296E-3</c:v>
                </c:pt>
                <c:pt idx="89">
                  <c:v>9.5033757185784499E-3</c:v>
                </c:pt>
                <c:pt idx="90">
                  <c:v>9.4411843892011262E-3</c:v>
                </c:pt>
                <c:pt idx="91">
                  <c:v>9.2998728208122661E-3</c:v>
                </c:pt>
                <c:pt idx="92">
                  <c:v>9.2403081256011016E-3</c:v>
                </c:pt>
                <c:pt idx="93">
                  <c:v>9.1049027235550958E-3</c:v>
                </c:pt>
                <c:pt idx="94">
                  <c:v>9.0478017063177468E-3</c:v>
                </c:pt>
                <c:pt idx="95">
                  <c:v>8.9179397811613575E-3</c:v>
                </c:pt>
                <c:pt idx="96">
                  <c:v>8.8631526919030982E-3</c:v>
                </c:pt>
                <c:pt idx="97">
                  <c:v>8.73850065434679E-3</c:v>
                </c:pt>
                <c:pt idx="98">
                  <c:v>8.6858896380650353E-3</c:v>
                </c:pt>
                <c:pt idx="99">
                  <c:v>8.566140137878717E-3</c:v>
                </c:pt>
                <c:pt idx="100">
                  <c:v>8.5155780765343494E-3</c:v>
                </c:pt>
                <c:pt idx="101">
                  <c:v>8.4004474724898252E-3</c:v>
                </c:pt>
                <c:pt idx="102">
                  <c:v>8.3518169596779202E-3</c:v>
                </c:pt>
                <c:pt idx="103">
                  <c:v>8.2410430766961581E-3</c:v>
                </c:pt>
                <c:pt idx="104">
                  <c:v>8.194235507608524E-3</c:v>
                </c:pt>
                <c:pt idx="105">
                  <c:v>8.0875756437820689E-3</c:v>
                </c:pt>
                <c:pt idx="106">
                  <c:v>8.0424904056157747E-3</c:v>
                </c:pt>
                <c:pt idx="107">
                  <c:v>7.939719557220639E-3</c:v>
                </c:pt>
                <c:pt idx="108">
                  <c:v>7.8962633073318515E-3</c:v>
                </c:pt>
                <c:pt idx="109">
                  <c:v>7.7971725845099671E-3</c:v>
                </c:pt>
                <c:pt idx="110">
                  <c:v>7.7552586054152111E-3</c:v>
                </c:pt>
                <c:pt idx="111">
                  <c:v>7.6596538150523622E-3</c:v>
                </c:pt>
                <c:pt idx="112">
                  <c:v>7.6192014368991548E-3</c:v>
                </c:pt>
                <c:pt idx="113">
                  <c:v>7.5269018124693565E-3</c:v>
                </c:pt>
                <c:pt idx="114">
                  <c:v>7.4878358948836533E-3</c:v>
                </c:pt>
                <c:pt idx="115">
                  <c:v>7.3986729557805027E-3</c:v>
                </c:pt>
                <c:pt idx="116">
                  <c:v>7.360923422089014E-3</c:v>
                </c:pt>
                <c:pt idx="117">
                  <c:v>7.2747399473007393E-3</c:v>
                </c:pt>
                <c:pt idx="118">
                  <c:v>7.2382413650541972E-3</c:v>
                </c:pt>
                <c:pt idx="119">
                  <c:v>7.1548904680298212E-3</c:v>
                </c:pt>
                <c:pt idx="120">
                  <c:v>7.1195816705451115E-3</c:v>
                </c:pt>
                <c:pt idx="121">
                  <c:v>7.0389259638002208E-3</c:v>
                </c:pt>
                <c:pt idx="122">
                  <c:v>7.0047497081169646E-3</c:v>
                </c:pt>
                <c:pt idx="123">
                  <c:v>6.9266605475850358E-3</c:v>
                </c:pt>
                <c:pt idx="124">
                  <c:v>6.8935632048135213E-3</c:v>
                </c:pt>
                <c:pt idx="125">
                  <c:v>6.8179200052008561E-3</c:v>
                </c:pt>
                <c:pt idx="126">
                  <c:v>6.7858512797383088E-3</c:v>
                </c:pt>
                <c:pt idx="127">
                  <c:v>6.7125408932189514E-3</c:v>
                </c:pt>
                <c:pt idx="128">
                  <c:v>6.6814535677423353E-3</c:v>
                </c:pt>
                <c:pt idx="129">
                  <c:v>6.6103697192602742E-3</c:v>
                </c:pt>
                <c:pt idx="130">
                  <c:v>6.5802194227765429E-3</c:v>
                </c:pt>
                <c:pt idx="131">
                  <c:v>6.5112621960281974E-3</c:v>
                </c:pt>
                <c:pt idx="132">
                  <c:v>6.482007192585848E-3</c:v>
                </c:pt>
                <c:pt idx="133">
                  <c:v>6.4150825614545676E-3</c:v>
                </c:pt>
                <c:pt idx="134">
                  <c:v>6.3866835574007616E-3</c:v>
                </c:pt>
                <c:pt idx="135">
                  <c:v>6.3217029582225293E-3</c:v>
                </c:pt>
                <c:pt idx="136">
                  <c:v>6.2941229261340844E-3</c:v>
                </c:pt>
                <c:pt idx="137">
                  <c:v>6.2310028667028226E-3</c:v>
                </c:pt>
                <c:pt idx="138">
                  <c:v>6.2042068843321686E-3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929-4C44-A3BF-AB7852E0B1AE}"/>
            </c:ext>
          </c:extLst>
        </c:ser>
        <c:ser>
          <c:idx val="1"/>
          <c:order val="1"/>
          <c:tx>
            <c:strRef>
              <c:f>LandauAlone!$G$1</c:f>
              <c:strCache>
                <c:ptCount val="1"/>
                <c:pt idx="0">
                  <c:v>S2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LandauAlone!$A$2:$A$140</c:f>
              <c:numCache>
                <c:formatCode>0.E+00</c:formatCode>
                <c:ptCount val="139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5000</c:v>
                </c:pt>
                <c:pt idx="6">
                  <c:v>10000</c:v>
                </c:pt>
                <c:pt idx="7">
                  <c:v>50000</c:v>
                </c:pt>
                <c:pt idx="8">
                  <c:v>100000</c:v>
                </c:pt>
                <c:pt idx="9">
                  <c:v>500000</c:v>
                </c:pt>
                <c:pt idx="10">
                  <c:v>1000000</c:v>
                </c:pt>
                <c:pt idx="11">
                  <c:v>5000000</c:v>
                </c:pt>
                <c:pt idx="12">
                  <c:v>10000000</c:v>
                </c:pt>
                <c:pt idx="13">
                  <c:v>50000000</c:v>
                </c:pt>
                <c:pt idx="14">
                  <c:v>100000000</c:v>
                </c:pt>
                <c:pt idx="15">
                  <c:v>500000000</c:v>
                </c:pt>
                <c:pt idx="16">
                  <c:v>1000000000</c:v>
                </c:pt>
                <c:pt idx="17">
                  <c:v>5000000000</c:v>
                </c:pt>
                <c:pt idx="18">
                  <c:v>10000000000</c:v>
                </c:pt>
                <c:pt idx="19">
                  <c:v>50000000000</c:v>
                </c:pt>
                <c:pt idx="20">
                  <c:v>100000000000</c:v>
                </c:pt>
                <c:pt idx="21">
                  <c:v>500000000000</c:v>
                </c:pt>
                <c:pt idx="22">
                  <c:v>1000000000000</c:v>
                </c:pt>
                <c:pt idx="23">
                  <c:v>5000000000000</c:v>
                </c:pt>
                <c:pt idx="24">
                  <c:v>10000000000000</c:v>
                </c:pt>
                <c:pt idx="25">
                  <c:v>50000000000000</c:v>
                </c:pt>
                <c:pt idx="26">
                  <c:v>100000000000000</c:v>
                </c:pt>
                <c:pt idx="27">
                  <c:v>500000000000000</c:v>
                </c:pt>
                <c:pt idx="28">
                  <c:v>1000000000000000</c:v>
                </c:pt>
                <c:pt idx="29">
                  <c:v>5000000000000000</c:v>
                </c:pt>
                <c:pt idx="30">
                  <c:v>1E+16</c:v>
                </c:pt>
                <c:pt idx="31">
                  <c:v>5E+16</c:v>
                </c:pt>
                <c:pt idx="32">
                  <c:v>1E+17</c:v>
                </c:pt>
                <c:pt idx="33">
                  <c:v>5E+17</c:v>
                </c:pt>
                <c:pt idx="34">
                  <c:v>1E+18</c:v>
                </c:pt>
                <c:pt idx="35">
                  <c:v>5E+18</c:v>
                </c:pt>
                <c:pt idx="36">
                  <c:v>1E+19</c:v>
                </c:pt>
                <c:pt idx="37">
                  <c:v>5E+19</c:v>
                </c:pt>
                <c:pt idx="38">
                  <c:v>1E+20</c:v>
                </c:pt>
                <c:pt idx="39">
                  <c:v>5E+20</c:v>
                </c:pt>
                <c:pt idx="40">
                  <c:v>1E+21</c:v>
                </c:pt>
                <c:pt idx="41">
                  <c:v>5E+21</c:v>
                </c:pt>
                <c:pt idx="42">
                  <c:v>1E+22</c:v>
                </c:pt>
                <c:pt idx="43">
                  <c:v>4.9999999999999996E+22</c:v>
                </c:pt>
                <c:pt idx="44">
                  <c:v>9.9999999999999992E+22</c:v>
                </c:pt>
                <c:pt idx="45">
                  <c:v>4.9999999999999999E+23</c:v>
                </c:pt>
                <c:pt idx="46">
                  <c:v>9.9999999999999998E+23</c:v>
                </c:pt>
                <c:pt idx="47">
                  <c:v>4.9999999999999994E+24</c:v>
                </c:pt>
                <c:pt idx="48">
                  <c:v>9.9999999999999988E+24</c:v>
                </c:pt>
                <c:pt idx="49">
                  <c:v>4.9999999999999994E+25</c:v>
                </c:pt>
                <c:pt idx="50">
                  <c:v>9.9999999999999988E+25</c:v>
                </c:pt>
                <c:pt idx="51">
                  <c:v>4.9999999999999994E+26</c:v>
                </c:pt>
                <c:pt idx="52">
                  <c:v>9.9999999999999988E+26</c:v>
                </c:pt>
                <c:pt idx="53">
                  <c:v>4.9999999999999998E+27</c:v>
                </c:pt>
                <c:pt idx="54">
                  <c:v>9.9999999999999996E+27</c:v>
                </c:pt>
                <c:pt idx="55">
                  <c:v>4.9999999999999996E+28</c:v>
                </c:pt>
                <c:pt idx="56">
                  <c:v>9.9999999999999991E+28</c:v>
                </c:pt>
                <c:pt idx="57">
                  <c:v>4.9999999999999994E+29</c:v>
                </c:pt>
                <c:pt idx="58">
                  <c:v>9.9999999999999988E+29</c:v>
                </c:pt>
                <c:pt idx="59">
                  <c:v>4.9999999999999993E+30</c:v>
                </c:pt>
                <c:pt idx="60">
                  <c:v>9.9999999999999985E+30</c:v>
                </c:pt>
                <c:pt idx="61">
                  <c:v>4.9999999999999994E+31</c:v>
                </c:pt>
                <c:pt idx="62">
                  <c:v>9.9999999999999987E+31</c:v>
                </c:pt>
                <c:pt idx="63">
                  <c:v>4.9999999999999997E+32</c:v>
                </c:pt>
                <c:pt idx="64">
                  <c:v>9.9999999999999995E+32</c:v>
                </c:pt>
                <c:pt idx="65">
                  <c:v>4.9999999999999997E+33</c:v>
                </c:pt>
                <c:pt idx="66">
                  <c:v>9.9999999999999995E+33</c:v>
                </c:pt>
                <c:pt idx="67">
                  <c:v>4.9999999999999998E+34</c:v>
                </c:pt>
                <c:pt idx="68">
                  <c:v>9.9999999999999997E+34</c:v>
                </c:pt>
                <c:pt idx="69">
                  <c:v>4.9999999999999995E+35</c:v>
                </c:pt>
                <c:pt idx="70">
                  <c:v>9.9999999999999989E+35</c:v>
                </c:pt>
                <c:pt idx="71">
                  <c:v>4.9999999999999992E+36</c:v>
                </c:pt>
                <c:pt idx="72">
                  <c:v>9.9999999999999984E+36</c:v>
                </c:pt>
                <c:pt idx="73">
                  <c:v>4.9999999999999989E+37</c:v>
                </c:pt>
                <c:pt idx="74">
                  <c:v>9.9999999999999979E+37</c:v>
                </c:pt>
                <c:pt idx="75">
                  <c:v>4.9999999999999989E+38</c:v>
                </c:pt>
                <c:pt idx="76">
                  <c:v>9.9999999999999979E+38</c:v>
                </c:pt>
                <c:pt idx="77">
                  <c:v>4.9999999999999989E+39</c:v>
                </c:pt>
                <c:pt idx="78">
                  <c:v>9.9999999999999979E+39</c:v>
                </c:pt>
                <c:pt idx="79">
                  <c:v>4.9999999999999991E+40</c:v>
                </c:pt>
                <c:pt idx="80">
                  <c:v>9.9999999999999981E+40</c:v>
                </c:pt>
                <c:pt idx="81">
                  <c:v>4.9999999999999995E+41</c:v>
                </c:pt>
                <c:pt idx="82">
                  <c:v>9.9999999999999989E+41</c:v>
                </c:pt>
                <c:pt idx="83">
                  <c:v>4.9999999999999995E+42</c:v>
                </c:pt>
                <c:pt idx="84">
                  <c:v>9.9999999999999989E+42</c:v>
                </c:pt>
                <c:pt idx="85">
                  <c:v>4.9999999999999995E+43</c:v>
                </c:pt>
                <c:pt idx="86">
                  <c:v>9.9999999999999989E+43</c:v>
                </c:pt>
                <c:pt idx="87">
                  <c:v>4.9999999999999996E+44</c:v>
                </c:pt>
                <c:pt idx="88">
                  <c:v>9.9999999999999993E+44</c:v>
                </c:pt>
                <c:pt idx="89">
                  <c:v>5E+45</c:v>
                </c:pt>
                <c:pt idx="90">
                  <c:v>9.9999999999999999E+45</c:v>
                </c:pt>
                <c:pt idx="91">
                  <c:v>5.0000000000000002E+46</c:v>
                </c:pt>
                <c:pt idx="92">
                  <c:v>1E+47</c:v>
                </c:pt>
                <c:pt idx="93">
                  <c:v>5.0000000000000002E+47</c:v>
                </c:pt>
                <c:pt idx="94">
                  <c:v>1E+48</c:v>
                </c:pt>
                <c:pt idx="95">
                  <c:v>5.0000000000000004E+48</c:v>
                </c:pt>
                <c:pt idx="96">
                  <c:v>1.0000000000000001E+49</c:v>
                </c:pt>
                <c:pt idx="97">
                  <c:v>5.0000000000000004E+49</c:v>
                </c:pt>
                <c:pt idx="98">
                  <c:v>1.0000000000000001E+50</c:v>
                </c:pt>
                <c:pt idx="99">
                  <c:v>5E+50</c:v>
                </c:pt>
                <c:pt idx="100">
                  <c:v>9.9999999999999999E+50</c:v>
                </c:pt>
                <c:pt idx="101">
                  <c:v>5E+51</c:v>
                </c:pt>
                <c:pt idx="102">
                  <c:v>9.9999999999999999E+51</c:v>
                </c:pt>
                <c:pt idx="103">
                  <c:v>5E+52</c:v>
                </c:pt>
                <c:pt idx="104">
                  <c:v>9.9999999999999999E+52</c:v>
                </c:pt>
                <c:pt idx="105">
                  <c:v>5.0000000000000004E+53</c:v>
                </c:pt>
                <c:pt idx="106">
                  <c:v>1.0000000000000001E+54</c:v>
                </c:pt>
                <c:pt idx="107">
                  <c:v>5.0000000000000007E+54</c:v>
                </c:pt>
                <c:pt idx="108">
                  <c:v>1.0000000000000001E+55</c:v>
                </c:pt>
                <c:pt idx="109">
                  <c:v>5.0000000000000005E+55</c:v>
                </c:pt>
                <c:pt idx="110">
                  <c:v>1.0000000000000001E+56</c:v>
                </c:pt>
                <c:pt idx="111">
                  <c:v>5.0000000000000002E+56</c:v>
                </c:pt>
                <c:pt idx="112">
                  <c:v>1E+57</c:v>
                </c:pt>
                <c:pt idx="113">
                  <c:v>5.0000000000000004E+57</c:v>
                </c:pt>
                <c:pt idx="114">
                  <c:v>1.0000000000000001E+58</c:v>
                </c:pt>
                <c:pt idx="115">
                  <c:v>5.0000000000000004E+58</c:v>
                </c:pt>
                <c:pt idx="116">
                  <c:v>1.0000000000000001E+59</c:v>
                </c:pt>
                <c:pt idx="117">
                  <c:v>5.0000000000000006E+59</c:v>
                </c:pt>
                <c:pt idx="118">
                  <c:v>1.0000000000000001E+60</c:v>
                </c:pt>
                <c:pt idx="119">
                  <c:v>5.0000000000000005E+60</c:v>
                </c:pt>
                <c:pt idx="120">
                  <c:v>1.0000000000000001E+61</c:v>
                </c:pt>
                <c:pt idx="121">
                  <c:v>5.0000000000000007E+61</c:v>
                </c:pt>
                <c:pt idx="122">
                  <c:v>1.0000000000000001E+62</c:v>
                </c:pt>
                <c:pt idx="123">
                  <c:v>5.0000000000000012E+62</c:v>
                </c:pt>
                <c:pt idx="124">
                  <c:v>1.0000000000000002E+63</c:v>
                </c:pt>
                <c:pt idx="125">
                  <c:v>5.0000000000000008E+63</c:v>
                </c:pt>
                <c:pt idx="126">
                  <c:v>1.0000000000000002E+64</c:v>
                </c:pt>
                <c:pt idx="127">
                  <c:v>5.0000000000000011E+64</c:v>
                </c:pt>
                <c:pt idx="128">
                  <c:v>1.0000000000000002E+65</c:v>
                </c:pt>
                <c:pt idx="129">
                  <c:v>5.0000000000000007E+65</c:v>
                </c:pt>
                <c:pt idx="130">
                  <c:v>1.0000000000000001E+66</c:v>
                </c:pt>
                <c:pt idx="131">
                  <c:v>5.0000000000000007E+66</c:v>
                </c:pt>
                <c:pt idx="132">
                  <c:v>1.0000000000000001E+67</c:v>
                </c:pt>
                <c:pt idx="133">
                  <c:v>5.0000000000000004E+67</c:v>
                </c:pt>
                <c:pt idx="134">
                  <c:v>1.0000000000000001E+68</c:v>
                </c:pt>
                <c:pt idx="135">
                  <c:v>5.0000000000000004E+68</c:v>
                </c:pt>
                <c:pt idx="136">
                  <c:v>1.0000000000000001E+69</c:v>
                </c:pt>
                <c:pt idx="137">
                  <c:v>5.0000000000000004E+69</c:v>
                </c:pt>
                <c:pt idx="138">
                  <c:v>1.0000000000000001E+70</c:v>
                </c:pt>
              </c:numCache>
            </c:numRef>
          </c:xVal>
          <c:yVal>
            <c:numRef>
              <c:f>LandauAlone!$G$2:$G$140</c:f>
              <c:numCache>
                <c:formatCode>0.000</c:formatCode>
                <c:ptCount val="139"/>
                <c:pt idx="0">
                  <c:v>0.79651017060271501</c:v>
                </c:pt>
                <c:pt idx="1">
                  <c:v>0.60430489023407841</c:v>
                </c:pt>
                <c:pt idx="2">
                  <c:v>0.54877008313334807</c:v>
                </c:pt>
                <c:pt idx="3">
                  <c:v>0.45488027898628819</c:v>
                </c:pt>
                <c:pt idx="4">
                  <c:v>0.42454380844079254</c:v>
                </c:pt>
                <c:pt idx="5">
                  <c:v>0.36891106944764052</c:v>
                </c:pt>
                <c:pt idx="6">
                  <c:v>0.3496425404826693</c:v>
                </c:pt>
                <c:pt idx="7">
                  <c:v>0.31251802884038654</c:v>
                </c:pt>
                <c:pt idx="8">
                  <c:v>0.29909603498774673</c:v>
                </c:pt>
                <c:pt idx="9">
                  <c:v>0.27238370101235576</c:v>
                </c:pt>
                <c:pt idx="10">
                  <c:v>0.26244357016439313</c:v>
                </c:pt>
                <c:pt idx="11">
                  <c:v>0.24220413029583993</c:v>
                </c:pt>
                <c:pt idx="12">
                  <c:v>0.23451545865956741</c:v>
                </c:pt>
                <c:pt idx="13">
                  <c:v>0.21859324003716407</c:v>
                </c:pt>
                <c:pt idx="14">
                  <c:v>0.2124500196993323</c:v>
                </c:pt>
                <c:pt idx="15">
                  <c:v>0.1995613277267887</c:v>
                </c:pt>
                <c:pt idx="16">
                  <c:v>0.19452807556022667</c:v>
                </c:pt>
                <c:pt idx="17">
                  <c:v>0.18385826391993199</c:v>
                </c:pt>
                <c:pt idx="18">
                  <c:v>0.17965101706027151</c:v>
                </c:pt>
                <c:pt idx="19">
                  <c:v>0.17065681460872045</c:v>
                </c:pt>
                <c:pt idx="20">
                  <c:v>0.1670820777964491</c:v>
                </c:pt>
                <c:pt idx="21">
                  <c:v>0.15938649277446321</c:v>
                </c:pt>
                <c:pt idx="22">
                  <c:v>0.15630761805419499</c:v>
                </c:pt>
                <c:pt idx="23">
                  <c:v>0.14964037770948024</c:v>
                </c:pt>
                <c:pt idx="24">
                  <c:v>0.14695796330073477</c:v>
                </c:pt>
                <c:pt idx="25">
                  <c:v>0.14111995899839624</c:v>
                </c:pt>
                <c:pt idx="26">
                  <c:v>0.13875987187721092</c:v>
                </c:pt>
                <c:pt idx="27">
                  <c:v>0.13360099882345433</c:v>
                </c:pt>
                <c:pt idx="28">
                  <c:v>0.13150676197722641</c:v>
                </c:pt>
                <c:pt idx="29">
                  <c:v>0.12691159545600644</c:v>
                </c:pt>
                <c:pt idx="30">
                  <c:v>0.12503938457866498</c:v>
                </c:pt>
                <c:pt idx="31">
                  <c:v>0.12091762873311195</c:v>
                </c:pt>
                <c:pt idx="32">
                  <c:v>0.11923288776358759</c:v>
                </c:pt>
                <c:pt idx="33">
                  <c:v>0.11551283285586363</c:v>
                </c:pt>
                <c:pt idx="34">
                  <c:v>0.11398792642811229</c:v>
                </c:pt>
                <c:pt idx="35">
                  <c:v>0.11061186017564245</c:v>
                </c:pt>
                <c:pt idx="36">
                  <c:v>0.10922440902923916</c:v>
                </c:pt>
                <c:pt idx="37">
                  <c:v>0.1061453308999761</c:v>
                </c:pt>
                <c:pt idx="38">
                  <c:v>0.10487700831333481</c:v>
                </c:pt>
                <c:pt idx="39">
                  <c:v>0.10205623300813475</c:v>
                </c:pt>
                <c:pt idx="40">
                  <c:v>0.10089187930174451</c:v>
                </c:pt>
                <c:pt idx="41">
                  <c:v>9.8297259715316235E-2</c:v>
                </c:pt>
                <c:pt idx="42">
                  <c:v>9.7224220519314605E-2</c:v>
                </c:pt>
                <c:pt idx="43">
                  <c:v>9.482881034459123E-2</c:v>
                </c:pt>
                <c:pt idx="44">
                  <c:v>9.3836435070448171E-2</c:v>
                </c:pt>
                <c:pt idx="45">
                  <c:v>9.1617468669876259E-2</c:v>
                </c:pt>
                <c:pt idx="46">
                  <c:v>9.0696725513096724E-2</c:v>
                </c:pt>
                <c:pt idx="47">
                  <c:v>8.8634830234660178E-2</c:v>
                </c:pt>
                <c:pt idx="48">
                  <c:v>8.7778007170990102E-2</c:v>
                </c:pt>
                <c:pt idx="49">
                  <c:v>8.5856588326679986E-2</c:v>
                </c:pt>
                <c:pt idx="50">
                  <c:v>8.5057058406674352E-2</c:v>
                </c:pt>
                <c:pt idx="51">
                  <c:v>8.3261814132581741E-2</c:v>
                </c:pt>
                <c:pt idx="52">
                  <c:v>8.2513849435618611E-2</c:v>
                </c:pt>
                <c:pt idx="53">
                  <c:v>8.0832384389319292E-2</c:v>
                </c:pt>
                <c:pt idx="54">
                  <c:v>8.0131007212319083E-2</c:v>
                </c:pt>
                <c:pt idx="55">
                  <c:v>7.8552522289258409E-2</c:v>
                </c:pt>
                <c:pt idx="56">
                  <c:v>7.7893385120747283E-2</c:v>
                </c:pt>
                <c:pt idx="57">
                  <c:v>7.6408426218139244E-2</c:v>
                </c:pt>
                <c:pt idx="58">
                  <c:v>7.5787714177412591E-2</c:v>
                </c:pt>
                <c:pt idx="59">
                  <c:v>7.4387967243923728E-2</c:v>
                </c:pt>
                <c:pt idx="60">
                  <c:v>7.3802318207644754E-2</c:v>
                </c:pt>
                <c:pt idx="61">
                  <c:v>7.2480440884694797E-2</c:v>
                </c:pt>
                <c:pt idx="62">
                  <c:v>7.1926879653831904E-2</c:v>
                </c:pt>
                <c:pt idx="63">
                  <c:v>7.0676362074602581E-2</c:v>
                </c:pt>
                <c:pt idx="64">
                  <c:v>7.0152245772139479E-2</c:v>
                </c:pt>
                <c:pt idx="65">
                  <c:v>6.8967294767143514E-2</c:v>
                </c:pt>
                <c:pt idx="66">
                  <c:v>6.8470267283675584E-2</c:v>
                </c:pt>
                <c:pt idx="67">
                  <c:v>6.734570950672783E-2</c:v>
                </c:pt>
                <c:pt idx="68">
                  <c:v>6.6873663284371151E-2</c:v>
                </c:pt>
                <c:pt idx="69">
                  <c:v>6.580486373239014E-2</c:v>
                </c:pt>
                <c:pt idx="70">
                  <c:v>6.5355907538055619E-2</c:v>
                </c:pt>
                <c:pt idx="71">
                  <c:v>6.4338700672249866E-2</c:v>
                </c:pt>
                <c:pt idx="72">
                  <c:v>6.3911132288370531E-2</c:v>
                </c:pt>
                <c:pt idx="73">
                  <c:v>6.2941763530502209E-2</c:v>
                </c:pt>
                <c:pt idx="74">
                  <c:v>6.2534046505776986E-2</c:v>
                </c:pt>
                <c:pt idx="75">
                  <c:v>6.1609122323082591E-2</c:v>
                </c:pt>
                <c:pt idx="76">
                  <c:v>6.1219866093056768E-2</c:v>
                </c:pt>
                <c:pt idx="77">
                  <c:v>6.0336311229627466E-2</c:v>
                </c:pt>
                <c:pt idx="78">
                  <c:v>5.9964254048266934E-2</c:v>
                </c:pt>
                <c:pt idx="79">
                  <c:v>5.9119274731864568E-2</c:v>
                </c:pt>
                <c:pt idx="80">
                  <c:v>5.8763268959084153E-2</c:v>
                </c:pt>
                <c:pt idx="81">
                  <c:v>5.7954321127356545E-2</c:v>
                </c:pt>
                <c:pt idx="82">
                  <c:v>5.7613320500014664E-2</c:v>
                </c:pt>
                <c:pt idx="83">
                  <c:v>5.683808226154289E-2</c:v>
                </c:pt>
                <c:pt idx="84">
                  <c:v>5.6511130841448876E-2</c:v>
                </c:pt>
                <c:pt idx="85">
                  <c:v>5.5767478524603446E-2</c:v>
                </c:pt>
                <c:pt idx="86">
                  <c:v>5.5453701070202324E-2</c:v>
                </c:pt>
                <c:pt idx="87">
                  <c:v>5.4739688323715341E-2</c:v>
                </c:pt>
                <c:pt idx="88">
                  <c:v>5.4438281875067968E-2</c:v>
                </c:pt>
                <c:pt idx="89">
                  <c:v>5.3752121374158308E-2</c:v>
                </c:pt>
                <c:pt idx="90">
                  <c:v>5.3462347875745414E-2</c:v>
                </c:pt>
                <c:pt idx="91">
                  <c:v>5.2802395260898222E-2</c:v>
                </c:pt>
                <c:pt idx="92">
                  <c:v>5.2523575075285801E-2</c:v>
                </c:pt>
                <c:pt idx="93">
                  <c:v>5.1888314810755148E-2</c:v>
                </c:pt>
                <c:pt idx="94">
                  <c:v>5.1619820999547969E-2</c:v>
                </c:pt>
                <c:pt idx="95">
                  <c:v>5.1007853887957137E-2</c:v>
                </c:pt>
                <c:pt idx="96">
                  <c:v>5.0749107155739361E-2</c:v>
                </c:pt>
                <c:pt idx="97">
                  <c:v>5.0159139285865253E-2</c:v>
                </c:pt>
                <c:pt idx="98">
                  <c:v>4.9909603498774671E-2</c:v>
                </c:pt>
                <c:pt idx="99">
                  <c:v>4.9340436437358276E-2</c:v>
                </c:pt>
                <c:pt idx="100">
                  <c:v>4.9099614641189247E-2</c:v>
                </c:pt>
                <c:pt idx="101">
                  <c:v>4.8550136707711217E-2</c:v>
                </c:pt>
                <c:pt idx="102">
                  <c:v>4.831756758149066E-2</c:v>
                </c:pt>
                <c:pt idx="103">
                  <c:v>4.7786746068326787E-2</c:v>
                </c:pt>
                <c:pt idx="104">
                  <c:v>4.7562000758556683E-2</c:v>
                </c:pt>
                <c:pt idx="105">
                  <c:v>4.7048874978613361E-2</c:v>
                </c:pt>
                <c:pt idx="106">
                  <c:v>4.6831554267142292E-2</c:v>
                </c:pt>
                <c:pt idx="107">
                  <c:v>4.6335229327636576E-2</c:v>
                </c:pt>
                <c:pt idx="108">
                  <c:v>4.6124961092671973E-2</c:v>
                </c:pt>
                <c:pt idx="109">
                  <c:v>4.5644602307705687E-2</c:v>
                </c:pt>
                <c:pt idx="110">
                  <c:v>4.5441039243016346E-2</c:v>
                </c:pt>
                <c:pt idx="111">
                  <c:v>4.4975867109438628E-2</c:v>
                </c:pt>
                <c:pt idx="112">
                  <c:v>4.4778684671494852E-2</c:v>
                </c:pt>
                <c:pt idx="113">
                  <c:v>4.4327970342611073E-2</c:v>
                </c:pt>
                <c:pt idx="114">
                  <c:v>4.4136864899407796E-2</c:v>
                </c:pt>
                <c:pt idx="115">
                  <c:v>4.3699926099668204E-2</c:v>
                </c:pt>
                <c:pt idx="116">
                  <c:v>4.3514613258387444E-2</c:v>
                </c:pt>
                <c:pt idx="117">
                  <c:v>4.3090810589517331E-2</c:v>
                </c:pt>
                <c:pt idx="118">
                  <c:v>4.2911023683105981E-2</c:v>
                </c:pt>
                <c:pt idx="119">
                  <c:v>4.2499757278419384E-2</c:v>
                </c:pt>
                <c:pt idx="120">
                  <c:v>4.2325245993663635E-2</c:v>
                </c:pt>
                <c:pt idx="121">
                  <c:v>4.1925952482698793E-2</c:v>
                </c:pt>
                <c:pt idx="122">
                  <c:v>4.1756481614531757E-2</c:v>
                </c:pt>
                <c:pt idx="123">
                  <c:v>4.1368631364794774E-2</c:v>
                </c:pt>
                <c:pt idx="124">
                  <c:v>4.1203979683433277E-2</c:v>
                </c:pt>
                <c:pt idx="125">
                  <c:v>4.082707429005164E-2</c:v>
                </c:pt>
                <c:pt idx="126">
                  <c:v>4.0667033509165659E-2</c:v>
                </c:pt>
                <c:pt idx="127">
                  <c:v>4.0300603506728011E-2</c:v>
                </c:pt>
                <c:pt idx="128">
                  <c:v>4.0144977342239548E-2</c:v>
                </c:pt>
                <c:pt idx="129">
                  <c:v>3.9788580116114372E-2</c:v>
                </c:pt>
                <c:pt idx="130">
                  <c:v>3.963718342643309E-2</c:v>
                </c:pt>
                <c:pt idx="131">
                  <c:v>3.9290401303481201E-2</c:v>
                </c:pt>
                <c:pt idx="132">
                  <c:v>3.9143059303037929E-2</c:v>
                </c:pt>
                <c:pt idx="133">
                  <c:v>3.8805497803919904E-2</c:v>
                </c:pt>
                <c:pt idx="134">
                  <c:v>3.8662045342778693E-2</c:v>
                </c:pt>
                <c:pt idx="135">
                  <c:v>3.8333331580054648E-2</c:v>
                </c:pt>
                <c:pt idx="136">
                  <c:v>3.8193612483187978E-2</c:v>
                </c:pt>
                <c:pt idx="137">
                  <c:v>3.7873393691154833E-2</c:v>
                </c:pt>
                <c:pt idx="138">
                  <c:v>3.7737260151671025E-2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929-4C44-A3BF-AB7852E0B1AE}"/>
            </c:ext>
          </c:extLst>
        </c:ser>
        <c:ser>
          <c:idx val="2"/>
          <c:order val="2"/>
          <c:tx>
            <c:strRef>
              <c:f>LandauAlone!$H$1</c:f>
              <c:strCache>
                <c:ptCount val="1"/>
                <c:pt idx="0">
                  <c:v>S3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LandauAlone!$A$2:$A$140</c:f>
              <c:numCache>
                <c:formatCode>0.E+00</c:formatCode>
                <c:ptCount val="139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5000</c:v>
                </c:pt>
                <c:pt idx="6">
                  <c:v>10000</c:v>
                </c:pt>
                <c:pt idx="7">
                  <c:v>50000</c:v>
                </c:pt>
                <c:pt idx="8">
                  <c:v>100000</c:v>
                </c:pt>
                <c:pt idx="9">
                  <c:v>500000</c:v>
                </c:pt>
                <c:pt idx="10">
                  <c:v>1000000</c:v>
                </c:pt>
                <c:pt idx="11">
                  <c:v>5000000</c:v>
                </c:pt>
                <c:pt idx="12">
                  <c:v>10000000</c:v>
                </c:pt>
                <c:pt idx="13">
                  <c:v>50000000</c:v>
                </c:pt>
                <c:pt idx="14">
                  <c:v>100000000</c:v>
                </c:pt>
                <c:pt idx="15">
                  <c:v>500000000</c:v>
                </c:pt>
                <c:pt idx="16">
                  <c:v>1000000000</c:v>
                </c:pt>
                <c:pt idx="17">
                  <c:v>5000000000</c:v>
                </c:pt>
                <c:pt idx="18">
                  <c:v>10000000000</c:v>
                </c:pt>
                <c:pt idx="19">
                  <c:v>50000000000</c:v>
                </c:pt>
                <c:pt idx="20">
                  <c:v>100000000000</c:v>
                </c:pt>
                <c:pt idx="21">
                  <c:v>500000000000</c:v>
                </c:pt>
                <c:pt idx="22">
                  <c:v>1000000000000</c:v>
                </c:pt>
                <c:pt idx="23">
                  <c:v>5000000000000</c:v>
                </c:pt>
                <c:pt idx="24">
                  <c:v>10000000000000</c:v>
                </c:pt>
                <c:pt idx="25">
                  <c:v>50000000000000</c:v>
                </c:pt>
                <c:pt idx="26">
                  <c:v>100000000000000</c:v>
                </c:pt>
                <c:pt idx="27">
                  <c:v>500000000000000</c:v>
                </c:pt>
                <c:pt idx="28">
                  <c:v>1000000000000000</c:v>
                </c:pt>
                <c:pt idx="29">
                  <c:v>5000000000000000</c:v>
                </c:pt>
                <c:pt idx="30">
                  <c:v>1E+16</c:v>
                </c:pt>
                <c:pt idx="31">
                  <c:v>5E+16</c:v>
                </c:pt>
                <c:pt idx="32">
                  <c:v>1E+17</c:v>
                </c:pt>
                <c:pt idx="33">
                  <c:v>5E+17</c:v>
                </c:pt>
                <c:pt idx="34">
                  <c:v>1E+18</c:v>
                </c:pt>
                <c:pt idx="35">
                  <c:v>5E+18</c:v>
                </c:pt>
                <c:pt idx="36">
                  <c:v>1E+19</c:v>
                </c:pt>
                <c:pt idx="37">
                  <c:v>5E+19</c:v>
                </c:pt>
                <c:pt idx="38">
                  <c:v>1E+20</c:v>
                </c:pt>
                <c:pt idx="39">
                  <c:v>5E+20</c:v>
                </c:pt>
                <c:pt idx="40">
                  <c:v>1E+21</c:v>
                </c:pt>
                <c:pt idx="41">
                  <c:v>5E+21</c:v>
                </c:pt>
                <c:pt idx="42">
                  <c:v>1E+22</c:v>
                </c:pt>
                <c:pt idx="43">
                  <c:v>4.9999999999999996E+22</c:v>
                </c:pt>
                <c:pt idx="44">
                  <c:v>9.9999999999999992E+22</c:v>
                </c:pt>
                <c:pt idx="45">
                  <c:v>4.9999999999999999E+23</c:v>
                </c:pt>
                <c:pt idx="46">
                  <c:v>9.9999999999999998E+23</c:v>
                </c:pt>
                <c:pt idx="47">
                  <c:v>4.9999999999999994E+24</c:v>
                </c:pt>
                <c:pt idx="48">
                  <c:v>9.9999999999999988E+24</c:v>
                </c:pt>
                <c:pt idx="49">
                  <c:v>4.9999999999999994E+25</c:v>
                </c:pt>
                <c:pt idx="50">
                  <c:v>9.9999999999999988E+25</c:v>
                </c:pt>
                <c:pt idx="51">
                  <c:v>4.9999999999999994E+26</c:v>
                </c:pt>
                <c:pt idx="52">
                  <c:v>9.9999999999999988E+26</c:v>
                </c:pt>
                <c:pt idx="53">
                  <c:v>4.9999999999999998E+27</c:v>
                </c:pt>
                <c:pt idx="54">
                  <c:v>9.9999999999999996E+27</c:v>
                </c:pt>
                <c:pt idx="55">
                  <c:v>4.9999999999999996E+28</c:v>
                </c:pt>
                <c:pt idx="56">
                  <c:v>9.9999999999999991E+28</c:v>
                </c:pt>
                <c:pt idx="57">
                  <c:v>4.9999999999999994E+29</c:v>
                </c:pt>
                <c:pt idx="58">
                  <c:v>9.9999999999999988E+29</c:v>
                </c:pt>
                <c:pt idx="59">
                  <c:v>4.9999999999999993E+30</c:v>
                </c:pt>
                <c:pt idx="60">
                  <c:v>9.9999999999999985E+30</c:v>
                </c:pt>
                <c:pt idx="61">
                  <c:v>4.9999999999999994E+31</c:v>
                </c:pt>
                <c:pt idx="62">
                  <c:v>9.9999999999999987E+31</c:v>
                </c:pt>
                <c:pt idx="63">
                  <c:v>4.9999999999999997E+32</c:v>
                </c:pt>
                <c:pt idx="64">
                  <c:v>9.9999999999999995E+32</c:v>
                </c:pt>
                <c:pt idx="65">
                  <c:v>4.9999999999999997E+33</c:v>
                </c:pt>
                <c:pt idx="66">
                  <c:v>9.9999999999999995E+33</c:v>
                </c:pt>
                <c:pt idx="67">
                  <c:v>4.9999999999999998E+34</c:v>
                </c:pt>
                <c:pt idx="68">
                  <c:v>9.9999999999999997E+34</c:v>
                </c:pt>
                <c:pt idx="69">
                  <c:v>4.9999999999999995E+35</c:v>
                </c:pt>
                <c:pt idx="70">
                  <c:v>9.9999999999999989E+35</c:v>
                </c:pt>
                <c:pt idx="71">
                  <c:v>4.9999999999999992E+36</c:v>
                </c:pt>
                <c:pt idx="72">
                  <c:v>9.9999999999999984E+36</c:v>
                </c:pt>
                <c:pt idx="73">
                  <c:v>4.9999999999999989E+37</c:v>
                </c:pt>
                <c:pt idx="74">
                  <c:v>9.9999999999999979E+37</c:v>
                </c:pt>
                <c:pt idx="75">
                  <c:v>4.9999999999999989E+38</c:v>
                </c:pt>
                <c:pt idx="76">
                  <c:v>9.9999999999999979E+38</c:v>
                </c:pt>
                <c:pt idx="77">
                  <c:v>4.9999999999999989E+39</c:v>
                </c:pt>
                <c:pt idx="78">
                  <c:v>9.9999999999999979E+39</c:v>
                </c:pt>
                <c:pt idx="79">
                  <c:v>4.9999999999999991E+40</c:v>
                </c:pt>
                <c:pt idx="80">
                  <c:v>9.9999999999999981E+40</c:v>
                </c:pt>
                <c:pt idx="81">
                  <c:v>4.9999999999999995E+41</c:v>
                </c:pt>
                <c:pt idx="82">
                  <c:v>9.9999999999999989E+41</c:v>
                </c:pt>
                <c:pt idx="83">
                  <c:v>4.9999999999999995E+42</c:v>
                </c:pt>
                <c:pt idx="84">
                  <c:v>9.9999999999999989E+42</c:v>
                </c:pt>
                <c:pt idx="85">
                  <c:v>4.9999999999999995E+43</c:v>
                </c:pt>
                <c:pt idx="86">
                  <c:v>9.9999999999999989E+43</c:v>
                </c:pt>
                <c:pt idx="87">
                  <c:v>4.9999999999999996E+44</c:v>
                </c:pt>
                <c:pt idx="88">
                  <c:v>9.9999999999999993E+44</c:v>
                </c:pt>
                <c:pt idx="89">
                  <c:v>5E+45</c:v>
                </c:pt>
                <c:pt idx="90">
                  <c:v>9.9999999999999999E+45</c:v>
                </c:pt>
                <c:pt idx="91">
                  <c:v>5.0000000000000002E+46</c:v>
                </c:pt>
                <c:pt idx="92">
                  <c:v>1E+47</c:v>
                </c:pt>
                <c:pt idx="93">
                  <c:v>5.0000000000000002E+47</c:v>
                </c:pt>
                <c:pt idx="94">
                  <c:v>1E+48</c:v>
                </c:pt>
                <c:pt idx="95">
                  <c:v>5.0000000000000004E+48</c:v>
                </c:pt>
                <c:pt idx="96">
                  <c:v>1.0000000000000001E+49</c:v>
                </c:pt>
                <c:pt idx="97">
                  <c:v>5.0000000000000004E+49</c:v>
                </c:pt>
                <c:pt idx="98">
                  <c:v>1.0000000000000001E+50</c:v>
                </c:pt>
                <c:pt idx="99">
                  <c:v>5E+50</c:v>
                </c:pt>
                <c:pt idx="100">
                  <c:v>9.9999999999999999E+50</c:v>
                </c:pt>
                <c:pt idx="101">
                  <c:v>5E+51</c:v>
                </c:pt>
                <c:pt idx="102">
                  <c:v>9.9999999999999999E+51</c:v>
                </c:pt>
                <c:pt idx="103">
                  <c:v>5E+52</c:v>
                </c:pt>
                <c:pt idx="104">
                  <c:v>9.9999999999999999E+52</c:v>
                </c:pt>
                <c:pt idx="105">
                  <c:v>5.0000000000000004E+53</c:v>
                </c:pt>
                <c:pt idx="106">
                  <c:v>1.0000000000000001E+54</c:v>
                </c:pt>
                <c:pt idx="107">
                  <c:v>5.0000000000000007E+54</c:v>
                </c:pt>
                <c:pt idx="108">
                  <c:v>1.0000000000000001E+55</c:v>
                </c:pt>
                <c:pt idx="109">
                  <c:v>5.0000000000000005E+55</c:v>
                </c:pt>
                <c:pt idx="110">
                  <c:v>1.0000000000000001E+56</c:v>
                </c:pt>
                <c:pt idx="111">
                  <c:v>5.0000000000000002E+56</c:v>
                </c:pt>
                <c:pt idx="112">
                  <c:v>1E+57</c:v>
                </c:pt>
                <c:pt idx="113">
                  <c:v>5.0000000000000004E+57</c:v>
                </c:pt>
                <c:pt idx="114">
                  <c:v>1.0000000000000001E+58</c:v>
                </c:pt>
                <c:pt idx="115">
                  <c:v>5.0000000000000004E+58</c:v>
                </c:pt>
                <c:pt idx="116">
                  <c:v>1.0000000000000001E+59</c:v>
                </c:pt>
                <c:pt idx="117">
                  <c:v>5.0000000000000006E+59</c:v>
                </c:pt>
                <c:pt idx="118">
                  <c:v>1.0000000000000001E+60</c:v>
                </c:pt>
                <c:pt idx="119">
                  <c:v>5.0000000000000005E+60</c:v>
                </c:pt>
                <c:pt idx="120">
                  <c:v>1.0000000000000001E+61</c:v>
                </c:pt>
                <c:pt idx="121">
                  <c:v>5.0000000000000007E+61</c:v>
                </c:pt>
                <c:pt idx="122">
                  <c:v>1.0000000000000001E+62</c:v>
                </c:pt>
                <c:pt idx="123">
                  <c:v>5.0000000000000012E+62</c:v>
                </c:pt>
                <c:pt idx="124">
                  <c:v>1.0000000000000002E+63</c:v>
                </c:pt>
                <c:pt idx="125">
                  <c:v>5.0000000000000008E+63</c:v>
                </c:pt>
                <c:pt idx="126">
                  <c:v>1.0000000000000002E+64</c:v>
                </c:pt>
                <c:pt idx="127">
                  <c:v>5.0000000000000011E+64</c:v>
                </c:pt>
                <c:pt idx="128">
                  <c:v>1.0000000000000002E+65</c:v>
                </c:pt>
                <c:pt idx="129">
                  <c:v>5.0000000000000007E+65</c:v>
                </c:pt>
                <c:pt idx="130">
                  <c:v>1.0000000000000001E+66</c:v>
                </c:pt>
                <c:pt idx="131">
                  <c:v>5.0000000000000007E+66</c:v>
                </c:pt>
                <c:pt idx="132">
                  <c:v>1.0000000000000001E+67</c:v>
                </c:pt>
                <c:pt idx="133">
                  <c:v>5.0000000000000004E+67</c:v>
                </c:pt>
                <c:pt idx="134">
                  <c:v>1.0000000000000001E+68</c:v>
                </c:pt>
                <c:pt idx="135">
                  <c:v>5.0000000000000004E+68</c:v>
                </c:pt>
                <c:pt idx="136">
                  <c:v>1.0000000000000001E+69</c:v>
                </c:pt>
                <c:pt idx="137">
                  <c:v>5.0000000000000004E+69</c:v>
                </c:pt>
                <c:pt idx="138">
                  <c:v>1.0000000000000001E+70</c:v>
                </c:pt>
              </c:numCache>
            </c:numRef>
          </c:xVal>
          <c:yVal>
            <c:numRef>
              <c:f>LandauAlone!$H$2:$H$140</c:f>
              <c:numCache>
                <c:formatCode>0.000</c:formatCode>
                <c:ptCount val="139"/>
                <c:pt idx="0">
                  <c:v>0.94755998887930781</c:v>
                </c:pt>
                <c:pt idx="1">
                  <c:v>0.84211599703517404</c:v>
                </c:pt>
                <c:pt idx="2">
                  <c:v>0.80199390714956564</c:v>
                </c:pt>
                <c:pt idx="3">
                  <c:v>0.72340673284477264</c:v>
                </c:pt>
                <c:pt idx="4">
                  <c:v>0.69490049572082246</c:v>
                </c:pt>
                <c:pt idx="5">
                  <c:v>0.63828009544410969</c:v>
                </c:pt>
                <c:pt idx="6">
                  <c:v>0.61726843311935387</c:v>
                </c:pt>
                <c:pt idx="7">
                  <c:v>0.57458211489251954</c:v>
                </c:pt>
                <c:pt idx="8">
                  <c:v>0.55839361348059569</c:v>
                </c:pt>
                <c:pt idx="9">
                  <c:v>0.52489586189013249</c:v>
                </c:pt>
                <c:pt idx="10">
                  <c:v>0.51197409417940809</c:v>
                </c:pt>
                <c:pt idx="11">
                  <c:v>0.48485066685833961</c:v>
                </c:pt>
                <c:pt idx="12">
                  <c:v>0.47424852002659396</c:v>
                </c:pt>
                <c:pt idx="13">
                  <c:v>0.45174212201969949</c:v>
                </c:pt>
                <c:pt idx="14">
                  <c:v>0.44285221792677021</c:v>
                </c:pt>
                <c:pt idx="15">
                  <c:v>0.42380937711264804</c:v>
                </c:pt>
                <c:pt idx="16">
                  <c:v>0.41622380656282171</c:v>
                </c:pt>
                <c:pt idx="17">
                  <c:v>0.39985449985848398</c:v>
                </c:pt>
                <c:pt idx="18">
                  <c:v>0.39328849806242866</c:v>
                </c:pt>
                <c:pt idx="19">
                  <c:v>0.37903206505905912</c:v>
                </c:pt>
                <c:pt idx="20">
                  <c:v>0.37328029637611249</c:v>
                </c:pt>
                <c:pt idx="21">
                  <c:v>0.36072683037236075</c:v>
                </c:pt>
                <c:pt idx="22">
                  <c:v>0.35563714464574087</c:v>
                </c:pt>
                <c:pt idx="23">
                  <c:v>0.34447932150981941</c:v>
                </c:pt>
                <c:pt idx="24">
                  <c:v>0.33993633708094667</c:v>
                </c:pt>
                <c:pt idx="25">
                  <c:v>0.32993873830448101</c:v>
                </c:pt>
                <c:pt idx="26">
                  <c:v>0.32585319923847134</c:v>
                </c:pt>
                <c:pt idx="27">
                  <c:v>0.31683211374447445</c:v>
                </c:pt>
                <c:pt idx="28">
                  <c:v>0.31313377345733939</c:v>
                </c:pt>
                <c:pt idx="29">
                  <c:v>0.30494350780180796</c:v>
                </c:pt>
                <c:pt idx="30">
                  <c:v>0.30157624044433551</c:v>
                </c:pt>
                <c:pt idx="31">
                  <c:v>0.29409960210328057</c:v>
                </c:pt>
                <c:pt idx="32">
                  <c:v>0.29101796379539208</c:v>
                </c:pt>
                <c:pt idx="33">
                  <c:v>0.28415949621053571</c:v>
                </c:pt>
                <c:pt idx="34">
                  <c:v>0.28132625497075192</c:v>
                </c:pt>
                <c:pt idx="35">
                  <c:v>0.27500733268821498</c:v>
                </c:pt>
                <c:pt idx="36">
                  <c:v>0.27239166085273325</c:v>
                </c:pt>
                <c:pt idx="37">
                  <c:v>0.26654687008177141</c:v>
                </c:pt>
                <c:pt idx="38">
                  <c:v>0.26412299933020278</c:v>
                </c:pt>
                <c:pt idx="39">
                  <c:v>0.25869742451306638</c:v>
                </c:pt>
                <c:pt idx="40">
                  <c:v>0.25644363001706261</c:v>
                </c:pt>
                <c:pt idx="41">
                  <c:v>0.25139079043597895</c:v>
                </c:pt>
                <c:pt idx="42">
                  <c:v>0.2492886131422834</c:v>
                </c:pt>
                <c:pt idx="43">
                  <c:v>0.24456887346035794</c:v>
                </c:pt>
                <c:pt idx="44">
                  <c:v>0.24260251732540439</c:v>
                </c:pt>
                <c:pt idx="45">
                  <c:v>0.23818184874317738</c:v>
                </c:pt>
                <c:pt idx="46">
                  <c:v>0.23633770829915812</c:v>
                </c:pt>
                <c:pt idx="47">
                  <c:v>0.23218671256898207</c:v>
                </c:pt>
                <c:pt idx="48">
                  <c:v>0.23045299882237064</c:v>
                </c:pt>
                <c:pt idx="49">
                  <c:v>0.22654613174244115</c:v>
                </c:pt>
                <c:pt idx="50">
                  <c:v>0.22491257313181184</c:v>
                </c:pt>
                <c:pt idx="51">
                  <c:v>0.22122752112612185</c:v>
                </c:pt>
                <c:pt idx="52">
                  <c:v>0.21968512239215154</c:v>
                </c:pt>
                <c:pt idx="53">
                  <c:v>0.21620229779068312</c:v>
                </c:pt>
                <c:pt idx="54">
                  <c:v>0.21474314397319649</c:v>
                </c:pt>
                <c:pt idx="55">
                  <c:v>0.21144527321246176</c:v>
                </c:pt>
                <c:pt idx="56">
                  <c:v>0.2100623691360175</c:v>
                </c:pt>
                <c:pt idx="57">
                  <c:v>0.20693415434550916</c:v>
                </c:pt>
                <c:pt idx="58">
                  <c:v>0.20562129225251857</c:v>
                </c:pt>
                <c:pt idx="59">
                  <c:v>0.20264913127820616</c:v>
                </c:pt>
                <c:pt idx="60">
                  <c:v>0.20140078096498082</c:v>
                </c:pt>
                <c:pt idx="61">
                  <c:v>0.19857253428449301</c:v>
                </c:pt>
                <c:pt idx="62">
                  <c:v>0.19738375136134489</c:v>
                </c:pt>
                <c:pt idx="63">
                  <c:v>0.19468854689725507</c:v>
                </c:pt>
                <c:pt idx="64">
                  <c:v>0.19355489574740312</c:v>
                </c:pt>
                <c:pt idx="65">
                  <c:v>0.19098296451635538</c:v>
                </c:pt>
                <c:pt idx="66">
                  <c:v>0.18990045325346661</c:v>
                </c:pt>
                <c:pt idx="67">
                  <c:v>0.18744299026357653</c:v>
                </c:pt>
                <c:pt idx="68">
                  <c:v>0.18640801554378639</c:v>
                </c:pt>
                <c:pt idx="69">
                  <c:v>0.18405706148814532</c:v>
                </c:pt>
                <c:pt idx="70">
                  <c:v>0.18306636146222593</c:v>
                </c:pt>
                <c:pt idx="71">
                  <c:v>0.18081470163734703</c:v>
                </c:pt>
                <c:pt idx="72">
                  <c:v>0.17986531566347277</c:v>
                </c:pt>
                <c:pt idx="73">
                  <c:v>0.17770639323015958</c:v>
                </c:pt>
                <c:pt idx="74">
                  <c:v>0.17679562723034442</c:v>
                </c:pt>
                <c:pt idx="75">
                  <c:v>0.1747234684764907</c:v>
                </c:pt>
                <c:pt idx="76">
                  <c:v>0.17384886502717706</c:v>
                </c:pt>
                <c:pt idx="77">
                  <c:v>0.1718580147214305</c:v>
                </c:pt>
                <c:pt idx="78">
                  <c:v>0.17101732713355713</c:v>
                </c:pt>
                <c:pt idx="79">
                  <c:v>0.16910279240110915</c:v>
                </c:pt>
                <c:pt idx="80">
                  <c:v>0.16829396217679166</c:v>
                </c:pt>
                <c:pt idx="81">
                  <c:v>0.16645116360306195</c:v>
                </c:pt>
                <c:pt idx="82">
                  <c:v>0.16567230076202177</c:v>
                </c:pt>
                <c:pt idx="83">
                  <c:v>0.16389702965135519</c:v>
                </c:pt>
                <c:pt idx="84">
                  <c:v>0.1631463955059349</c:v>
                </c:pt>
                <c:pt idx="85">
                  <c:v>0.16143477640186504</c:v>
                </c:pt>
                <c:pt idx="86">
                  <c:v>0.1607107684291294</c:v>
                </c:pt>
                <c:pt idx="87">
                  <c:v>0.15905922614895629</c:v>
                </c:pt>
                <c:pt idx="88">
                  <c:v>0.15836036466526598</c:v>
                </c:pt>
                <c:pt idx="89">
                  <c:v>0.15676559522137956</c:v>
                </c:pt>
                <c:pt idx="90">
                  <c:v>0.15609051161151555</c:v>
                </c:pt>
                <c:pt idx="91">
                  <c:v>0.15454945649032753</c:v>
                </c:pt>
                <c:pt idx="92">
                  <c:v>0.15389688278172098</c:v>
                </c:pt>
                <c:pt idx="93">
                  <c:v>0.15240670613237434</c:v>
                </c:pt>
                <c:pt idx="94">
                  <c:v>0.15177546573685746</c:v>
                </c:pt>
                <c:pt idx="95">
                  <c:v>0.15033353408932879</c:v>
                </c:pt>
                <c:pt idx="96">
                  <c:v>0.149722533561296</c:v>
                </c:pt>
                <c:pt idx="97">
                  <c:v>0.1483263977496736</c:v>
                </c:pt>
                <c:pt idx="98">
                  <c:v>0.14773461943164115</c:v>
                </c:pt>
                <c:pt idx="99">
                  <c:v>0.1463819984453234</c:v>
                </c:pt>
                <c:pt idx="100">
                  <c:v>0.14580849389038072</c:v>
                </c:pt>
                <c:pt idx="101">
                  <c:v>0.14449726041534089</c:v>
                </c:pt>
                <c:pt idx="102">
                  <c:v>0.14394114449154558</c:v>
                </c:pt>
                <c:pt idx="103">
                  <c:v>0.14266931193699214</c:v>
                </c:pt>
                <c:pt idx="104">
                  <c:v>0.14212975753188345</c:v>
                </c:pt>
                <c:pt idx="105">
                  <c:v>0.1408954683656804</c:v>
                </c:pt>
                <c:pt idx="106">
                  <c:v>0.14037170162019236</c:v>
                </c:pt>
                <c:pt idx="107">
                  <c:v>0.13917321686016887</c:v>
                </c:pt>
                <c:pt idx="108">
                  <c:v>0.13866451287065643</c:v>
                </c:pt>
                <c:pt idx="109">
                  <c:v>0.13750020259914539</c:v>
                </c:pt>
                <c:pt idx="110">
                  <c:v>0.13700588153426546</c:v>
                </c:pt>
                <c:pt idx="111">
                  <c:v>0.13587421632044738</c:v>
                </c:pt>
                <c:pt idx="112">
                  <c:v>0.13539363990649939</c:v>
                </c:pt>
                <c:pt idx="113">
                  <c:v>0.13429318303587154</c:v>
                </c:pt>
                <c:pt idx="114">
                  <c:v>0.13382575137007757</c:v>
                </c:pt>
                <c:pt idx="115">
                  <c:v>0.13275515179301695</c:v>
                </c:pt>
                <c:pt idx="116">
                  <c:v>0.13230030044926977</c:v>
                </c:pt>
                <c:pt idx="117">
                  <c:v>0.13125828637153639</c:v>
                </c:pt>
                <c:pt idx="118">
                  <c:v>0.13081548376749139</c:v>
                </c:pt>
                <c:pt idx="119">
                  <c:v>0.12980085681490017</c:v>
                </c:pt>
                <c:pt idx="120">
                  <c:v>0.12936960181304163</c:v>
                </c:pt>
                <c:pt idx="121">
                  <c:v>0.12838123171064181</c:v>
                </c:pt>
                <c:pt idx="122">
                  <c:v>0.12796105142920255</c:v>
                </c:pt>
                <c:pt idx="123">
                  <c:v>0.12699787114233163</c:v>
                </c:pt>
                <c:pt idx="124">
                  <c:v>0.12658831895476566</c:v>
                </c:pt>
                <c:pt idx="125">
                  <c:v>0.12564932024545211</c:v>
                </c:pt>
                <c:pt idx="126">
                  <c:v>0.12524997394961196</c:v>
                </c:pt>
                <c:pt idx="127">
                  <c:v>0.12433420330711632</c:v>
                </c:pt>
                <c:pt idx="128">
                  <c:v>0.12394466344742364</c:v>
                </c:pt>
                <c:pt idx="129">
                  <c:v>0.12305121835634734</c:v>
                </c:pt>
                <c:pt idx="130">
                  <c:v>0.122671106684113</c:v>
                </c:pt>
                <c:pt idx="131">
                  <c:v>0.12179913219755974</c:v>
                </c:pt>
                <c:pt idx="132">
                  <c:v>0.12142809025624438</c:v>
                </c:pt>
                <c:pt idx="133">
                  <c:v>0.12057677584507479</c:v>
                </c:pt>
                <c:pt idx="134">
                  <c:v>0.12021446366871361</c:v>
                </c:pt>
                <c:pt idx="135">
                  <c:v>0.1193830403210541</c:v>
                </c:pt>
                <c:pt idx="136">
                  <c:v>0.11902913523533074</c:v>
                </c:pt>
                <c:pt idx="137">
                  <c:v>0.11821687278324346</c:v>
                </c:pt>
                <c:pt idx="138">
                  <c:v>0.11787106829980643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929-4C44-A3BF-AB7852E0B1AE}"/>
            </c:ext>
          </c:extLst>
        </c:ser>
        <c:ser>
          <c:idx val="3"/>
          <c:order val="3"/>
          <c:tx>
            <c:strRef>
              <c:f>LandauAlone!$I$1</c:f>
              <c:strCache>
                <c:ptCount val="1"/>
                <c:pt idx="0">
                  <c:v>S4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LandauAlone!$A$2:$A$140</c:f>
              <c:numCache>
                <c:formatCode>0.E+00</c:formatCode>
                <c:ptCount val="139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5000</c:v>
                </c:pt>
                <c:pt idx="6">
                  <c:v>10000</c:v>
                </c:pt>
                <c:pt idx="7">
                  <c:v>50000</c:v>
                </c:pt>
                <c:pt idx="8">
                  <c:v>100000</c:v>
                </c:pt>
                <c:pt idx="9">
                  <c:v>500000</c:v>
                </c:pt>
                <c:pt idx="10">
                  <c:v>1000000</c:v>
                </c:pt>
                <c:pt idx="11">
                  <c:v>5000000</c:v>
                </c:pt>
                <c:pt idx="12">
                  <c:v>10000000</c:v>
                </c:pt>
                <c:pt idx="13">
                  <c:v>50000000</c:v>
                </c:pt>
                <c:pt idx="14">
                  <c:v>100000000</c:v>
                </c:pt>
                <c:pt idx="15">
                  <c:v>500000000</c:v>
                </c:pt>
                <c:pt idx="16">
                  <c:v>1000000000</c:v>
                </c:pt>
                <c:pt idx="17">
                  <c:v>5000000000</c:v>
                </c:pt>
                <c:pt idx="18">
                  <c:v>10000000000</c:v>
                </c:pt>
                <c:pt idx="19">
                  <c:v>50000000000</c:v>
                </c:pt>
                <c:pt idx="20">
                  <c:v>100000000000</c:v>
                </c:pt>
                <c:pt idx="21">
                  <c:v>500000000000</c:v>
                </c:pt>
                <c:pt idx="22">
                  <c:v>1000000000000</c:v>
                </c:pt>
                <c:pt idx="23">
                  <c:v>5000000000000</c:v>
                </c:pt>
                <c:pt idx="24">
                  <c:v>10000000000000</c:v>
                </c:pt>
                <c:pt idx="25">
                  <c:v>50000000000000</c:v>
                </c:pt>
                <c:pt idx="26">
                  <c:v>100000000000000</c:v>
                </c:pt>
                <c:pt idx="27">
                  <c:v>500000000000000</c:v>
                </c:pt>
                <c:pt idx="28">
                  <c:v>1000000000000000</c:v>
                </c:pt>
                <c:pt idx="29">
                  <c:v>5000000000000000</c:v>
                </c:pt>
                <c:pt idx="30">
                  <c:v>1E+16</c:v>
                </c:pt>
                <c:pt idx="31">
                  <c:v>5E+16</c:v>
                </c:pt>
                <c:pt idx="32">
                  <c:v>1E+17</c:v>
                </c:pt>
                <c:pt idx="33">
                  <c:v>5E+17</c:v>
                </c:pt>
                <c:pt idx="34">
                  <c:v>1E+18</c:v>
                </c:pt>
                <c:pt idx="35">
                  <c:v>5E+18</c:v>
                </c:pt>
                <c:pt idx="36">
                  <c:v>1E+19</c:v>
                </c:pt>
                <c:pt idx="37">
                  <c:v>5E+19</c:v>
                </c:pt>
                <c:pt idx="38">
                  <c:v>1E+20</c:v>
                </c:pt>
                <c:pt idx="39">
                  <c:v>5E+20</c:v>
                </c:pt>
                <c:pt idx="40">
                  <c:v>1E+21</c:v>
                </c:pt>
                <c:pt idx="41">
                  <c:v>5E+21</c:v>
                </c:pt>
                <c:pt idx="42">
                  <c:v>1E+22</c:v>
                </c:pt>
                <c:pt idx="43">
                  <c:v>4.9999999999999996E+22</c:v>
                </c:pt>
                <c:pt idx="44">
                  <c:v>9.9999999999999992E+22</c:v>
                </c:pt>
                <c:pt idx="45">
                  <c:v>4.9999999999999999E+23</c:v>
                </c:pt>
                <c:pt idx="46">
                  <c:v>9.9999999999999998E+23</c:v>
                </c:pt>
                <c:pt idx="47">
                  <c:v>4.9999999999999994E+24</c:v>
                </c:pt>
                <c:pt idx="48">
                  <c:v>9.9999999999999988E+24</c:v>
                </c:pt>
                <c:pt idx="49">
                  <c:v>4.9999999999999994E+25</c:v>
                </c:pt>
                <c:pt idx="50">
                  <c:v>9.9999999999999988E+25</c:v>
                </c:pt>
                <c:pt idx="51">
                  <c:v>4.9999999999999994E+26</c:v>
                </c:pt>
                <c:pt idx="52">
                  <c:v>9.9999999999999988E+26</c:v>
                </c:pt>
                <c:pt idx="53">
                  <c:v>4.9999999999999998E+27</c:v>
                </c:pt>
                <c:pt idx="54">
                  <c:v>9.9999999999999996E+27</c:v>
                </c:pt>
                <c:pt idx="55">
                  <c:v>4.9999999999999996E+28</c:v>
                </c:pt>
                <c:pt idx="56">
                  <c:v>9.9999999999999991E+28</c:v>
                </c:pt>
                <c:pt idx="57">
                  <c:v>4.9999999999999994E+29</c:v>
                </c:pt>
                <c:pt idx="58">
                  <c:v>9.9999999999999988E+29</c:v>
                </c:pt>
                <c:pt idx="59">
                  <c:v>4.9999999999999993E+30</c:v>
                </c:pt>
                <c:pt idx="60">
                  <c:v>9.9999999999999985E+30</c:v>
                </c:pt>
                <c:pt idx="61">
                  <c:v>4.9999999999999994E+31</c:v>
                </c:pt>
                <c:pt idx="62">
                  <c:v>9.9999999999999987E+31</c:v>
                </c:pt>
                <c:pt idx="63">
                  <c:v>4.9999999999999997E+32</c:v>
                </c:pt>
                <c:pt idx="64">
                  <c:v>9.9999999999999995E+32</c:v>
                </c:pt>
                <c:pt idx="65">
                  <c:v>4.9999999999999997E+33</c:v>
                </c:pt>
                <c:pt idx="66">
                  <c:v>9.9999999999999995E+33</c:v>
                </c:pt>
                <c:pt idx="67">
                  <c:v>4.9999999999999998E+34</c:v>
                </c:pt>
                <c:pt idx="68">
                  <c:v>9.9999999999999997E+34</c:v>
                </c:pt>
                <c:pt idx="69">
                  <c:v>4.9999999999999995E+35</c:v>
                </c:pt>
                <c:pt idx="70">
                  <c:v>9.9999999999999989E+35</c:v>
                </c:pt>
                <c:pt idx="71">
                  <c:v>4.9999999999999992E+36</c:v>
                </c:pt>
                <c:pt idx="72">
                  <c:v>9.9999999999999984E+36</c:v>
                </c:pt>
                <c:pt idx="73">
                  <c:v>4.9999999999999989E+37</c:v>
                </c:pt>
                <c:pt idx="74">
                  <c:v>9.9999999999999979E+37</c:v>
                </c:pt>
                <c:pt idx="75">
                  <c:v>4.9999999999999989E+38</c:v>
                </c:pt>
                <c:pt idx="76">
                  <c:v>9.9999999999999979E+38</c:v>
                </c:pt>
                <c:pt idx="77">
                  <c:v>4.9999999999999989E+39</c:v>
                </c:pt>
                <c:pt idx="78">
                  <c:v>9.9999999999999979E+39</c:v>
                </c:pt>
                <c:pt idx="79">
                  <c:v>4.9999999999999991E+40</c:v>
                </c:pt>
                <c:pt idx="80">
                  <c:v>9.9999999999999981E+40</c:v>
                </c:pt>
                <c:pt idx="81">
                  <c:v>4.9999999999999995E+41</c:v>
                </c:pt>
                <c:pt idx="82">
                  <c:v>9.9999999999999989E+41</c:v>
                </c:pt>
                <c:pt idx="83">
                  <c:v>4.9999999999999995E+42</c:v>
                </c:pt>
                <c:pt idx="84">
                  <c:v>9.9999999999999989E+42</c:v>
                </c:pt>
                <c:pt idx="85">
                  <c:v>4.9999999999999995E+43</c:v>
                </c:pt>
                <c:pt idx="86">
                  <c:v>9.9999999999999989E+43</c:v>
                </c:pt>
                <c:pt idx="87">
                  <c:v>4.9999999999999996E+44</c:v>
                </c:pt>
                <c:pt idx="88">
                  <c:v>9.9999999999999993E+44</c:v>
                </c:pt>
                <c:pt idx="89">
                  <c:v>5E+45</c:v>
                </c:pt>
                <c:pt idx="90">
                  <c:v>9.9999999999999999E+45</c:v>
                </c:pt>
                <c:pt idx="91">
                  <c:v>5.0000000000000002E+46</c:v>
                </c:pt>
                <c:pt idx="92">
                  <c:v>1E+47</c:v>
                </c:pt>
                <c:pt idx="93">
                  <c:v>5.0000000000000002E+47</c:v>
                </c:pt>
                <c:pt idx="94">
                  <c:v>1E+48</c:v>
                </c:pt>
                <c:pt idx="95">
                  <c:v>5.0000000000000004E+48</c:v>
                </c:pt>
                <c:pt idx="96">
                  <c:v>1.0000000000000001E+49</c:v>
                </c:pt>
                <c:pt idx="97">
                  <c:v>5.0000000000000004E+49</c:v>
                </c:pt>
                <c:pt idx="98">
                  <c:v>1.0000000000000001E+50</c:v>
                </c:pt>
                <c:pt idx="99">
                  <c:v>5E+50</c:v>
                </c:pt>
                <c:pt idx="100">
                  <c:v>9.9999999999999999E+50</c:v>
                </c:pt>
                <c:pt idx="101">
                  <c:v>5E+51</c:v>
                </c:pt>
                <c:pt idx="102">
                  <c:v>9.9999999999999999E+51</c:v>
                </c:pt>
                <c:pt idx="103">
                  <c:v>5E+52</c:v>
                </c:pt>
                <c:pt idx="104">
                  <c:v>9.9999999999999999E+52</c:v>
                </c:pt>
                <c:pt idx="105">
                  <c:v>5.0000000000000004E+53</c:v>
                </c:pt>
                <c:pt idx="106">
                  <c:v>1.0000000000000001E+54</c:v>
                </c:pt>
                <c:pt idx="107">
                  <c:v>5.0000000000000007E+54</c:v>
                </c:pt>
                <c:pt idx="108">
                  <c:v>1.0000000000000001E+55</c:v>
                </c:pt>
                <c:pt idx="109">
                  <c:v>5.0000000000000005E+55</c:v>
                </c:pt>
                <c:pt idx="110">
                  <c:v>1.0000000000000001E+56</c:v>
                </c:pt>
                <c:pt idx="111">
                  <c:v>5.0000000000000002E+56</c:v>
                </c:pt>
                <c:pt idx="112">
                  <c:v>1E+57</c:v>
                </c:pt>
                <c:pt idx="113">
                  <c:v>5.0000000000000004E+57</c:v>
                </c:pt>
                <c:pt idx="114">
                  <c:v>1.0000000000000001E+58</c:v>
                </c:pt>
                <c:pt idx="115">
                  <c:v>5.0000000000000004E+58</c:v>
                </c:pt>
                <c:pt idx="116">
                  <c:v>1.0000000000000001E+59</c:v>
                </c:pt>
                <c:pt idx="117">
                  <c:v>5.0000000000000006E+59</c:v>
                </c:pt>
                <c:pt idx="118">
                  <c:v>1.0000000000000001E+60</c:v>
                </c:pt>
                <c:pt idx="119">
                  <c:v>5.0000000000000005E+60</c:v>
                </c:pt>
                <c:pt idx="120">
                  <c:v>1.0000000000000001E+61</c:v>
                </c:pt>
                <c:pt idx="121">
                  <c:v>5.0000000000000007E+61</c:v>
                </c:pt>
                <c:pt idx="122">
                  <c:v>1.0000000000000001E+62</c:v>
                </c:pt>
                <c:pt idx="123">
                  <c:v>5.0000000000000012E+62</c:v>
                </c:pt>
                <c:pt idx="124">
                  <c:v>1.0000000000000002E+63</c:v>
                </c:pt>
                <c:pt idx="125">
                  <c:v>5.0000000000000008E+63</c:v>
                </c:pt>
                <c:pt idx="126">
                  <c:v>1.0000000000000002E+64</c:v>
                </c:pt>
                <c:pt idx="127">
                  <c:v>5.0000000000000011E+64</c:v>
                </c:pt>
                <c:pt idx="128">
                  <c:v>1.0000000000000002E+65</c:v>
                </c:pt>
                <c:pt idx="129">
                  <c:v>5.0000000000000007E+65</c:v>
                </c:pt>
                <c:pt idx="130">
                  <c:v>1.0000000000000001E+66</c:v>
                </c:pt>
                <c:pt idx="131">
                  <c:v>5.0000000000000007E+66</c:v>
                </c:pt>
                <c:pt idx="132">
                  <c:v>1.0000000000000001E+67</c:v>
                </c:pt>
                <c:pt idx="133">
                  <c:v>5.0000000000000004E+67</c:v>
                </c:pt>
                <c:pt idx="134">
                  <c:v>1.0000000000000001E+68</c:v>
                </c:pt>
                <c:pt idx="135">
                  <c:v>5.0000000000000004E+68</c:v>
                </c:pt>
                <c:pt idx="136">
                  <c:v>1.0000000000000001E+69</c:v>
                </c:pt>
                <c:pt idx="137">
                  <c:v>5.0000000000000004E+69</c:v>
                </c:pt>
                <c:pt idx="138">
                  <c:v>1.0000000000000001E+70</c:v>
                </c:pt>
              </c:numCache>
            </c:numRef>
          </c:xVal>
          <c:yVal>
            <c:numRef>
              <c:f>LandauAlone!$I$2:$I$140</c:f>
              <c:numCache>
                <c:formatCode>0.000</c:formatCode>
                <c:ptCount val="139"/>
                <c:pt idx="0">
                  <c:v>0.98955347197646981</c:v>
                </c:pt>
                <c:pt idx="1">
                  <c:v>0.9502451110299619</c:v>
                </c:pt>
                <c:pt idx="2">
                  <c:v>0.93089999541847668</c:v>
                </c:pt>
                <c:pt idx="3">
                  <c:v>0.88693063095756508</c:v>
                </c:pt>
                <c:pt idx="4">
                  <c:v>0.86906830503773658</c:v>
                </c:pt>
                <c:pt idx="5">
                  <c:v>0.83061737814349212</c:v>
                </c:pt>
                <c:pt idx="6">
                  <c:v>0.81534074761913855</c:v>
                </c:pt>
                <c:pt idx="7">
                  <c:v>0.78260647083891843</c:v>
                </c:pt>
                <c:pt idx="8">
                  <c:v>0.76958892910259991</c:v>
                </c:pt>
                <c:pt idx="9">
                  <c:v>0.74157805402809474</c:v>
                </c:pt>
                <c:pt idx="10">
                  <c:v>0.73037917163727095</c:v>
                </c:pt>
                <c:pt idx="11">
                  <c:v>0.7061431943854487</c:v>
                </c:pt>
                <c:pt idx="12">
                  <c:v>0.69639656954556617</c:v>
                </c:pt>
                <c:pt idx="13">
                  <c:v>0.67518571545227535</c:v>
                </c:pt>
                <c:pt idx="14">
                  <c:v>0.66660915494897721</c:v>
                </c:pt>
                <c:pt idx="15">
                  <c:v>0.64785089954609698</c:v>
                </c:pt>
                <c:pt idx="16">
                  <c:v>0.64022938705567123</c:v>
                </c:pt>
                <c:pt idx="17">
                  <c:v>0.6234863568147252</c:v>
                </c:pt>
                <c:pt idx="18">
                  <c:v>0.61665485464149816</c:v>
                </c:pt>
                <c:pt idx="19">
                  <c:v>0.60158932955431588</c:v>
                </c:pt>
                <c:pt idx="20">
                  <c:v>0.59541954238924222</c:v>
                </c:pt>
                <c:pt idx="21">
                  <c:v>0.58176719581097647</c:v>
                </c:pt>
                <c:pt idx="22">
                  <c:v>0.57615799751230445</c:v>
                </c:pt>
                <c:pt idx="23">
                  <c:v>0.56370907025045591</c:v>
                </c:pt>
                <c:pt idx="24">
                  <c:v>0.55857966401275028</c:v>
                </c:pt>
                <c:pt idx="25">
                  <c:v>0.5471654976350212</c:v>
                </c:pt>
                <c:pt idx="26">
                  <c:v>0.54245050663964789</c:v>
                </c:pt>
                <c:pt idx="27">
                  <c:v>0.53193383001394801</c:v>
                </c:pt>
                <c:pt idx="28">
                  <c:v>0.52757973528138957</c:v>
                </c:pt>
                <c:pt idx="29">
                  <c:v>0.51784757234290102</c:v>
                </c:pt>
                <c:pt idx="30">
                  <c:v>0.51381009417995516</c:v>
                </c:pt>
                <c:pt idx="31">
                  <c:v>0.50476851577933601</c:v>
                </c:pt>
                <c:pt idx="32">
                  <c:v>0.50101066270970285</c:v>
                </c:pt>
                <c:pt idx="33">
                  <c:v>0.49258085063506507</c:v>
                </c:pt>
                <c:pt idx="34">
                  <c:v>0.48907144636119149</c:v>
                </c:pt>
                <c:pt idx="35">
                  <c:v>0.4811867031040612</c:v>
                </c:pt>
                <c:pt idx="36">
                  <c:v>0.47789926032449992</c:v>
                </c:pt>
                <c:pt idx="37">
                  <c:v>0.47050270947251954</c:v>
                </c:pt>
                <c:pt idx="38">
                  <c:v>0.46741455866588699</c:v>
                </c:pt>
                <c:pt idx="39">
                  <c:v>0.46045735612057059</c:v>
                </c:pt>
                <c:pt idx="40">
                  <c:v>0.45754896411427715</c:v>
                </c:pt>
                <c:pt idx="41">
                  <c:v>0.45098889179674662</c:v>
                </c:pt>
                <c:pt idx="42">
                  <c:v>0.4482433232943579</c:v>
                </c:pt>
                <c:pt idx="43">
                  <c:v>0.44204367257927957</c:v>
                </c:pt>
                <c:pt idx="44">
                  <c:v>0.43944616058870944</c:v>
                </c:pt>
                <c:pt idx="45">
                  <c:v>0.43357483760314292</c:v>
                </c:pt>
                <c:pt idx="46">
                  <c:v>0.43111243769924346</c:v>
                </c:pt>
                <c:pt idx="47">
                  <c:v>0.4255412402594736</c:v>
                </c:pt>
                <c:pt idx="48">
                  <c:v>0.42320255002324847</c:v>
                </c:pt>
                <c:pt idx="49">
                  <c:v>0.41790657862585079</c:v>
                </c:pt>
                <c:pt idx="50">
                  <c:v>0.41568150822407879</c:v>
                </c:pt>
                <c:pt idx="51">
                  <c:v>0.41063868267563114</c:v>
                </c:pt>
                <c:pt idx="52">
                  <c:v>0.40851826591501683</c:v>
                </c:pt>
                <c:pt idx="53">
                  <c:v>0.40370892590625229</c:v>
                </c:pt>
                <c:pt idx="54">
                  <c:v>0.40168516358041118</c:v>
                </c:pt>
                <c:pt idx="55">
                  <c:v>0.39709173648962232</c:v>
                </c:pt>
                <c:pt idx="56">
                  <c:v>0.39515746568680488</c:v>
                </c:pt>
                <c:pt idx="57">
                  <c:v>0.39076418862208451</c:v>
                </c:pt>
                <c:pt idx="58">
                  <c:v>0.38891297305190242</c:v>
                </c:pt>
                <c:pt idx="59">
                  <c:v>0.3847056589543083</c:v>
                </c:pt>
                <c:pt idx="60">
                  <c:v>0.38293169640633001</c:v>
                </c:pt>
                <c:pt idx="61">
                  <c:v>0.37889753617847455</c:v>
                </c:pt>
                <c:pt idx="62">
                  <c:v>0.37719558003235931</c:v>
                </c:pt>
                <c:pt idx="63">
                  <c:v>0.37332297430250361</c:v>
                </c:pt>
                <c:pt idx="64">
                  <c:v>0.37168826663155557</c:v>
                </c:pt>
                <c:pt idx="65">
                  <c:v>0.36796668203721539</c:v>
                </c:pt>
                <c:pt idx="66">
                  <c:v>0.3663948963307897</c:v>
                </c:pt>
                <c:pt idx="67">
                  <c:v>0.36281474219942811</c:v>
                </c:pt>
                <c:pt idx="68">
                  <c:v>0.36130193410810479</c:v>
                </c:pt>
                <c:pt idx="69">
                  <c:v>0.35785445619285666</c:v>
                </c:pt>
                <c:pt idx="70">
                  <c:v>0.35639702099860998</c:v>
                </c:pt>
                <c:pt idx="71">
                  <c:v>0.3530742095440087</c:v>
                </c:pt>
                <c:pt idx="72">
                  <c:v>0.35166884529422482</c:v>
                </c:pt>
                <c:pt idx="73">
                  <c:v>0.34846335519786226</c:v>
                </c:pt>
                <c:pt idx="74">
                  <c:v>0.34710703063092885</c:v>
                </c:pt>
                <c:pt idx="75">
                  <c:v>0.3440121118599837</c:v>
                </c:pt>
                <c:pt idx="76">
                  <c:v>0.34270203840180158</c:v>
                </c:pt>
                <c:pt idx="77">
                  <c:v>0.33971147513976296</c:v>
                </c:pt>
                <c:pt idx="78">
                  <c:v>0.33844508237294546</c:v>
                </c:pt>
                <c:pt idx="79">
                  <c:v>0.33555313962795963</c:v>
                </c:pt>
                <c:pt idx="80">
                  <c:v>0.33432805373482694</c:v>
                </c:pt>
                <c:pt idx="81">
                  <c:v>0.33152943034946941</c:v>
                </c:pt>
                <c:pt idx="82">
                  <c:v>0.33034345511099128</c:v>
                </c:pt>
                <c:pt idx="83">
                  <c:v>0.32763324228363688</c:v>
                </c:pt>
                <c:pt idx="84">
                  <c:v>0.32648434228288914</c:v>
                </c:pt>
                <c:pt idx="85">
                  <c:v>0.32385798685082301</c:v>
                </c:pt>
                <c:pt idx="86">
                  <c:v>0.32274427258422367</c:v>
                </c:pt>
                <c:pt idx="87">
                  <c:v>0.32019754443413095</c:v>
                </c:pt>
                <c:pt idx="88">
                  <c:v>0.31911725907893995</c:v>
                </c:pt>
                <c:pt idx="89">
                  <c:v>0.31664622214613358</c:v>
                </c:pt>
                <c:pt idx="90">
                  <c:v>0.31559772977027634</c:v>
                </c:pt>
                <c:pt idx="91">
                  <c:v>0.31319871616767481</c:v>
                </c:pt>
                <c:pt idx="92">
                  <c:v>0.31218049119926061</c:v>
                </c:pt>
                <c:pt idx="93">
                  <c:v>0.30985007808367432</c:v>
                </c:pt>
                <c:pt idx="94">
                  <c:v>0.30886069588380682</c:v>
                </c:pt>
                <c:pt idx="95">
                  <c:v>0.30659568472289772</c:v>
                </c:pt>
                <c:pt idx="96">
                  <c:v>0.30563381312739551</c:v>
                </c:pt>
                <c:pt idx="97">
                  <c:v>0.30343121107763871</c:v>
                </c:pt>
                <c:pt idx="98">
                  <c:v>0.30249560279186027</c:v>
                </c:pt>
                <c:pt idx="99">
                  <c:v>0.30035260593750701</c:v>
                </c:pt>
                <c:pt idx="100">
                  <c:v>0.29944209168418245</c:v>
                </c:pt>
                <c:pt idx="101">
                  <c:v>0.29735606992083419</c:v>
                </c:pt>
                <c:pt idx="102">
                  <c:v>0.29646955225414284</c:v>
                </c:pt>
                <c:pt idx="103">
                  <c:v>0.29443803562912013</c:v>
                </c:pt>
                <c:pt idx="104">
                  <c:v>0.29357448333960834</c:v>
                </c:pt>
                <c:pt idx="105">
                  <c:v>0.29159514968566658</c:v>
                </c:pt>
                <c:pt idx="106">
                  <c:v>0.29075359273029455</c:v>
                </c:pt>
                <c:pt idx="107">
                  <c:v>0.28882425645007342</c:v>
                </c:pt>
                <c:pt idx="108">
                  <c:v>0.28800378134998905</c:v>
                </c:pt>
                <c:pt idx="109">
                  <c:v>0.28612238322646266</c:v>
                </c:pt>
                <c:pt idx="110">
                  <c:v>0.28532212888222908</c:v>
                </c:pt>
                <c:pt idx="111">
                  <c:v>0.28348672680579329</c:v>
                </c:pt>
                <c:pt idx="112">
                  <c:v>0.28270588068594638</c:v>
                </c:pt>
                <c:pt idx="113">
                  <c:v>0.28091464120203791</c:v>
                </c:pt>
                <c:pt idx="114">
                  <c:v>0.28015243586615141</c:v>
                </c:pt>
                <c:pt idx="115">
                  <c:v>0.27840362645875827</c:v>
                </c:pt>
                <c:pt idx="116">
                  <c:v>0.27765933638078799</c:v>
                </c:pt>
                <c:pt idx="117">
                  <c:v>0.27595131841714271</c:v>
                </c:pt>
                <c:pt idx="118">
                  <c:v>0.27522425707880949</c:v>
                </c:pt>
                <c:pt idx="119">
                  <c:v>0.27355547934919133</c:v>
                </c:pt>
                <c:pt idx="120">
                  <c:v>0.27284499657662564</c:v>
                </c:pt>
                <c:pt idx="121">
                  <c:v>0.27121398937071534</c:v>
                </c:pt>
                <c:pt idx="122">
                  <c:v>0.27051946889061124</c:v>
                </c:pt>
                <c:pt idx="123">
                  <c:v>0.26892483855839888</c:v>
                </c:pt>
                <c:pt idx="124">
                  <c:v>0.26824569575256696</c:v>
                </c:pt>
                <c:pt idx="125">
                  <c:v>0.26668611970355849</c:v>
                </c:pt>
                <c:pt idx="126">
                  <c:v>0.26602179954307814</c:v>
                </c:pt>
                <c:pt idx="127">
                  <c:v>0.26449602164257141</c:v>
                </c:pt>
                <c:pt idx="128">
                  <c:v>0.26384599678477316</c:v>
                </c:pt>
                <c:pt idx="129">
                  <c:v>0.26235282311039698</c:v>
                </c:pt>
                <c:pt idx="130">
                  <c:v>0.26171659214368997</c:v>
                </c:pt>
                <c:pt idx="131">
                  <c:v>0.26025488706928346</c:v>
                </c:pt>
                <c:pt idx="132">
                  <c:v>0.25963197289241469</c:v>
                </c:pt>
                <c:pt idx="133">
                  <c:v>0.25820065546975851</c:v>
                </c:pt>
                <c:pt idx="134">
                  <c:v>0.25759060379347731</c:v>
                </c:pt>
                <c:pt idx="135">
                  <c:v>0.25618864440541295</c:v>
                </c:pt>
                <c:pt idx="136">
                  <c:v>0.25559102236574205</c:v>
                </c:pt>
                <c:pt idx="137">
                  <c:v>0.25421743962689775</c:v>
                </c:pt>
                <c:pt idx="138">
                  <c:v>0.25363183450029619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929-4C44-A3BF-AB7852E0B1AE}"/>
            </c:ext>
          </c:extLst>
        </c:ser>
        <c:ser>
          <c:idx val="4"/>
          <c:order val="4"/>
          <c:tx>
            <c:strRef>
              <c:f>LandauAlone!$J$1</c:f>
              <c:strCache>
                <c:ptCount val="1"/>
                <c:pt idx="0">
                  <c:v>S5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LandauAlone!$A$2:$A$140</c:f>
              <c:numCache>
                <c:formatCode>0.E+00</c:formatCode>
                <c:ptCount val="139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1000</c:v>
                </c:pt>
                <c:pt idx="5">
                  <c:v>5000</c:v>
                </c:pt>
                <c:pt idx="6">
                  <c:v>10000</c:v>
                </c:pt>
                <c:pt idx="7">
                  <c:v>50000</c:v>
                </c:pt>
                <c:pt idx="8">
                  <c:v>100000</c:v>
                </c:pt>
                <c:pt idx="9">
                  <c:v>500000</c:v>
                </c:pt>
                <c:pt idx="10">
                  <c:v>1000000</c:v>
                </c:pt>
                <c:pt idx="11">
                  <c:v>5000000</c:v>
                </c:pt>
                <c:pt idx="12">
                  <c:v>10000000</c:v>
                </c:pt>
                <c:pt idx="13">
                  <c:v>50000000</c:v>
                </c:pt>
                <c:pt idx="14">
                  <c:v>100000000</c:v>
                </c:pt>
                <c:pt idx="15">
                  <c:v>500000000</c:v>
                </c:pt>
                <c:pt idx="16">
                  <c:v>1000000000</c:v>
                </c:pt>
                <c:pt idx="17">
                  <c:v>5000000000</c:v>
                </c:pt>
                <c:pt idx="18">
                  <c:v>10000000000</c:v>
                </c:pt>
                <c:pt idx="19">
                  <c:v>50000000000</c:v>
                </c:pt>
                <c:pt idx="20">
                  <c:v>100000000000</c:v>
                </c:pt>
                <c:pt idx="21">
                  <c:v>500000000000</c:v>
                </c:pt>
                <c:pt idx="22">
                  <c:v>1000000000000</c:v>
                </c:pt>
                <c:pt idx="23">
                  <c:v>5000000000000</c:v>
                </c:pt>
                <c:pt idx="24">
                  <c:v>10000000000000</c:v>
                </c:pt>
                <c:pt idx="25">
                  <c:v>50000000000000</c:v>
                </c:pt>
                <c:pt idx="26">
                  <c:v>100000000000000</c:v>
                </c:pt>
                <c:pt idx="27">
                  <c:v>500000000000000</c:v>
                </c:pt>
                <c:pt idx="28">
                  <c:v>1000000000000000</c:v>
                </c:pt>
                <c:pt idx="29">
                  <c:v>5000000000000000</c:v>
                </c:pt>
                <c:pt idx="30">
                  <c:v>1E+16</c:v>
                </c:pt>
                <c:pt idx="31">
                  <c:v>5E+16</c:v>
                </c:pt>
                <c:pt idx="32">
                  <c:v>1E+17</c:v>
                </c:pt>
                <c:pt idx="33">
                  <c:v>5E+17</c:v>
                </c:pt>
                <c:pt idx="34">
                  <c:v>1E+18</c:v>
                </c:pt>
                <c:pt idx="35">
                  <c:v>5E+18</c:v>
                </c:pt>
                <c:pt idx="36">
                  <c:v>1E+19</c:v>
                </c:pt>
                <c:pt idx="37">
                  <c:v>5E+19</c:v>
                </c:pt>
                <c:pt idx="38">
                  <c:v>1E+20</c:v>
                </c:pt>
                <c:pt idx="39">
                  <c:v>5E+20</c:v>
                </c:pt>
                <c:pt idx="40">
                  <c:v>1E+21</c:v>
                </c:pt>
                <c:pt idx="41">
                  <c:v>5E+21</c:v>
                </c:pt>
                <c:pt idx="42">
                  <c:v>1E+22</c:v>
                </c:pt>
                <c:pt idx="43">
                  <c:v>4.9999999999999996E+22</c:v>
                </c:pt>
                <c:pt idx="44">
                  <c:v>9.9999999999999992E+22</c:v>
                </c:pt>
                <c:pt idx="45">
                  <c:v>4.9999999999999999E+23</c:v>
                </c:pt>
                <c:pt idx="46">
                  <c:v>9.9999999999999998E+23</c:v>
                </c:pt>
                <c:pt idx="47">
                  <c:v>4.9999999999999994E+24</c:v>
                </c:pt>
                <c:pt idx="48">
                  <c:v>9.9999999999999988E+24</c:v>
                </c:pt>
                <c:pt idx="49">
                  <c:v>4.9999999999999994E+25</c:v>
                </c:pt>
                <c:pt idx="50">
                  <c:v>9.9999999999999988E+25</c:v>
                </c:pt>
                <c:pt idx="51">
                  <c:v>4.9999999999999994E+26</c:v>
                </c:pt>
                <c:pt idx="52">
                  <c:v>9.9999999999999988E+26</c:v>
                </c:pt>
                <c:pt idx="53">
                  <c:v>4.9999999999999998E+27</c:v>
                </c:pt>
                <c:pt idx="54">
                  <c:v>9.9999999999999996E+27</c:v>
                </c:pt>
                <c:pt idx="55">
                  <c:v>4.9999999999999996E+28</c:v>
                </c:pt>
                <c:pt idx="56">
                  <c:v>9.9999999999999991E+28</c:v>
                </c:pt>
                <c:pt idx="57">
                  <c:v>4.9999999999999994E+29</c:v>
                </c:pt>
                <c:pt idx="58">
                  <c:v>9.9999999999999988E+29</c:v>
                </c:pt>
                <c:pt idx="59">
                  <c:v>4.9999999999999993E+30</c:v>
                </c:pt>
                <c:pt idx="60">
                  <c:v>9.9999999999999985E+30</c:v>
                </c:pt>
                <c:pt idx="61">
                  <c:v>4.9999999999999994E+31</c:v>
                </c:pt>
                <c:pt idx="62">
                  <c:v>9.9999999999999987E+31</c:v>
                </c:pt>
                <c:pt idx="63">
                  <c:v>4.9999999999999997E+32</c:v>
                </c:pt>
                <c:pt idx="64">
                  <c:v>9.9999999999999995E+32</c:v>
                </c:pt>
                <c:pt idx="65">
                  <c:v>4.9999999999999997E+33</c:v>
                </c:pt>
                <c:pt idx="66">
                  <c:v>9.9999999999999995E+33</c:v>
                </c:pt>
                <c:pt idx="67">
                  <c:v>4.9999999999999998E+34</c:v>
                </c:pt>
                <c:pt idx="68">
                  <c:v>9.9999999999999997E+34</c:v>
                </c:pt>
                <c:pt idx="69">
                  <c:v>4.9999999999999995E+35</c:v>
                </c:pt>
                <c:pt idx="70">
                  <c:v>9.9999999999999989E+35</c:v>
                </c:pt>
                <c:pt idx="71">
                  <c:v>4.9999999999999992E+36</c:v>
                </c:pt>
                <c:pt idx="72">
                  <c:v>9.9999999999999984E+36</c:v>
                </c:pt>
                <c:pt idx="73">
                  <c:v>4.9999999999999989E+37</c:v>
                </c:pt>
                <c:pt idx="74">
                  <c:v>9.9999999999999979E+37</c:v>
                </c:pt>
                <c:pt idx="75">
                  <c:v>4.9999999999999989E+38</c:v>
                </c:pt>
                <c:pt idx="76">
                  <c:v>9.9999999999999979E+38</c:v>
                </c:pt>
                <c:pt idx="77">
                  <c:v>4.9999999999999989E+39</c:v>
                </c:pt>
                <c:pt idx="78">
                  <c:v>9.9999999999999979E+39</c:v>
                </c:pt>
                <c:pt idx="79">
                  <c:v>4.9999999999999991E+40</c:v>
                </c:pt>
                <c:pt idx="80">
                  <c:v>9.9999999999999981E+40</c:v>
                </c:pt>
                <c:pt idx="81">
                  <c:v>4.9999999999999995E+41</c:v>
                </c:pt>
                <c:pt idx="82">
                  <c:v>9.9999999999999989E+41</c:v>
                </c:pt>
                <c:pt idx="83">
                  <c:v>4.9999999999999995E+42</c:v>
                </c:pt>
                <c:pt idx="84">
                  <c:v>9.9999999999999989E+42</c:v>
                </c:pt>
                <c:pt idx="85">
                  <c:v>4.9999999999999995E+43</c:v>
                </c:pt>
                <c:pt idx="86">
                  <c:v>9.9999999999999989E+43</c:v>
                </c:pt>
                <c:pt idx="87">
                  <c:v>4.9999999999999996E+44</c:v>
                </c:pt>
                <c:pt idx="88">
                  <c:v>9.9999999999999993E+44</c:v>
                </c:pt>
                <c:pt idx="89">
                  <c:v>5E+45</c:v>
                </c:pt>
                <c:pt idx="90">
                  <c:v>9.9999999999999999E+45</c:v>
                </c:pt>
                <c:pt idx="91">
                  <c:v>5.0000000000000002E+46</c:v>
                </c:pt>
                <c:pt idx="92">
                  <c:v>1E+47</c:v>
                </c:pt>
                <c:pt idx="93">
                  <c:v>5.0000000000000002E+47</c:v>
                </c:pt>
                <c:pt idx="94">
                  <c:v>1E+48</c:v>
                </c:pt>
                <c:pt idx="95">
                  <c:v>5.0000000000000004E+48</c:v>
                </c:pt>
                <c:pt idx="96">
                  <c:v>1.0000000000000001E+49</c:v>
                </c:pt>
                <c:pt idx="97">
                  <c:v>5.0000000000000004E+49</c:v>
                </c:pt>
                <c:pt idx="98">
                  <c:v>1.0000000000000001E+50</c:v>
                </c:pt>
                <c:pt idx="99">
                  <c:v>5E+50</c:v>
                </c:pt>
                <c:pt idx="100">
                  <c:v>9.9999999999999999E+50</c:v>
                </c:pt>
                <c:pt idx="101">
                  <c:v>5E+51</c:v>
                </c:pt>
                <c:pt idx="102">
                  <c:v>9.9999999999999999E+51</c:v>
                </c:pt>
                <c:pt idx="103">
                  <c:v>5E+52</c:v>
                </c:pt>
                <c:pt idx="104">
                  <c:v>9.9999999999999999E+52</c:v>
                </c:pt>
                <c:pt idx="105">
                  <c:v>5.0000000000000004E+53</c:v>
                </c:pt>
                <c:pt idx="106">
                  <c:v>1.0000000000000001E+54</c:v>
                </c:pt>
                <c:pt idx="107">
                  <c:v>5.0000000000000007E+54</c:v>
                </c:pt>
                <c:pt idx="108">
                  <c:v>1.0000000000000001E+55</c:v>
                </c:pt>
                <c:pt idx="109">
                  <c:v>5.0000000000000005E+55</c:v>
                </c:pt>
                <c:pt idx="110">
                  <c:v>1.0000000000000001E+56</c:v>
                </c:pt>
                <c:pt idx="111">
                  <c:v>5.0000000000000002E+56</c:v>
                </c:pt>
                <c:pt idx="112">
                  <c:v>1E+57</c:v>
                </c:pt>
                <c:pt idx="113">
                  <c:v>5.0000000000000004E+57</c:v>
                </c:pt>
                <c:pt idx="114">
                  <c:v>1.0000000000000001E+58</c:v>
                </c:pt>
                <c:pt idx="115">
                  <c:v>5.0000000000000004E+58</c:v>
                </c:pt>
                <c:pt idx="116">
                  <c:v>1.0000000000000001E+59</c:v>
                </c:pt>
                <c:pt idx="117">
                  <c:v>5.0000000000000006E+59</c:v>
                </c:pt>
                <c:pt idx="118">
                  <c:v>1.0000000000000001E+60</c:v>
                </c:pt>
                <c:pt idx="119">
                  <c:v>5.0000000000000005E+60</c:v>
                </c:pt>
                <c:pt idx="120">
                  <c:v>1.0000000000000001E+61</c:v>
                </c:pt>
                <c:pt idx="121">
                  <c:v>5.0000000000000007E+61</c:v>
                </c:pt>
                <c:pt idx="122">
                  <c:v>1.0000000000000001E+62</c:v>
                </c:pt>
                <c:pt idx="123">
                  <c:v>5.0000000000000012E+62</c:v>
                </c:pt>
                <c:pt idx="124">
                  <c:v>1.0000000000000002E+63</c:v>
                </c:pt>
                <c:pt idx="125">
                  <c:v>5.0000000000000008E+63</c:v>
                </c:pt>
                <c:pt idx="126">
                  <c:v>1.0000000000000002E+64</c:v>
                </c:pt>
                <c:pt idx="127">
                  <c:v>5.0000000000000011E+64</c:v>
                </c:pt>
                <c:pt idx="128">
                  <c:v>1.0000000000000002E+65</c:v>
                </c:pt>
                <c:pt idx="129">
                  <c:v>5.0000000000000007E+65</c:v>
                </c:pt>
                <c:pt idx="130">
                  <c:v>1.0000000000000001E+66</c:v>
                </c:pt>
                <c:pt idx="131">
                  <c:v>5.0000000000000007E+66</c:v>
                </c:pt>
                <c:pt idx="132">
                  <c:v>1.0000000000000001E+67</c:v>
                </c:pt>
                <c:pt idx="133">
                  <c:v>5.0000000000000004E+67</c:v>
                </c:pt>
                <c:pt idx="134">
                  <c:v>1.0000000000000001E+68</c:v>
                </c:pt>
                <c:pt idx="135">
                  <c:v>5.0000000000000004E+68</c:v>
                </c:pt>
                <c:pt idx="136">
                  <c:v>1.0000000000000001E+69</c:v>
                </c:pt>
                <c:pt idx="137">
                  <c:v>5.0000000000000004E+69</c:v>
                </c:pt>
                <c:pt idx="138">
                  <c:v>1.0000000000000001E+70</c:v>
                </c:pt>
              </c:numCache>
            </c:numRef>
          </c:xVal>
          <c:yVal>
            <c:numRef>
              <c:f>LandauAlone!$J$2:$J$140</c:f>
              <c:numCache>
                <c:formatCode>0.000</c:formatCode>
                <c:ptCount val="139"/>
                <c:pt idx="0">
                  <c:v>0.998309453824471</c:v>
                </c:pt>
                <c:pt idx="1">
                  <c:v>0.98711861575364024</c:v>
                </c:pt>
                <c:pt idx="2">
                  <c:v>0.98011568333019561</c:v>
                </c:pt>
                <c:pt idx="3">
                  <c:v>0.96161619229548578</c:v>
                </c:pt>
                <c:pt idx="4">
                  <c:v>0.95321942991124442</c:v>
                </c:pt>
                <c:pt idx="5">
                  <c:v>0.93361816910117368</c:v>
                </c:pt>
                <c:pt idx="6">
                  <c:v>0.92528706498993718</c:v>
                </c:pt>
                <c:pt idx="7">
                  <c:v>0.90645251166470742</c:v>
                </c:pt>
                <c:pt idx="8">
                  <c:v>0.89860130245351821</c:v>
                </c:pt>
                <c:pt idx="9">
                  <c:v>0.88103026563595033</c:v>
                </c:pt>
                <c:pt idx="10">
                  <c:v>0.87375074325461166</c:v>
                </c:pt>
                <c:pt idx="11">
                  <c:v>0.85750652136638861</c:v>
                </c:pt>
                <c:pt idx="12">
                  <c:v>0.85078627582036181</c:v>
                </c:pt>
                <c:pt idx="13">
                  <c:v>0.83579244565032818</c:v>
                </c:pt>
                <c:pt idx="14">
                  <c:v>0.8295866588011872</c:v>
                </c:pt>
                <c:pt idx="15">
                  <c:v>0.81572728881156853</c:v>
                </c:pt>
                <c:pt idx="16">
                  <c:v>0.80998400929741987</c:v>
                </c:pt>
                <c:pt idx="17">
                  <c:v>0.79713940878246037</c:v>
                </c:pt>
                <c:pt idx="18">
                  <c:v>0.79180856251627962</c:v>
                </c:pt>
                <c:pt idx="19">
                  <c:v>0.77986770908558523</c:v>
                </c:pt>
                <c:pt idx="20">
                  <c:v>0.77490403900317872</c:v>
                </c:pt>
                <c:pt idx="21">
                  <c:v>0.7637681440666142</c:v>
                </c:pt>
                <c:pt idx="22">
                  <c:v>0.75913181747468195</c:v>
                </c:pt>
                <c:pt idx="23">
                  <c:v>0.74871449753608266</c:v>
                </c:pt>
                <c:pt idx="24">
                  <c:v>0.74437083639401602</c:v>
                </c:pt>
                <c:pt idx="25">
                  <c:v>0.73459705956439048</c:v>
                </c:pt>
                <c:pt idx="26">
                  <c:v>0.73051598003913054</c:v>
                </c:pt>
                <c:pt idx="27">
                  <c:v>0.72132066680480955</c:v>
                </c:pt>
                <c:pt idx="28">
                  <c:v>0.71747606527059915</c:v>
                </c:pt>
                <c:pt idx="29">
                  <c:v>0.7088026942401251</c:v>
                </c:pt>
                <c:pt idx="30">
                  <c:v>0.70517187151505079</c:v>
                </c:pt>
                <c:pt idx="31">
                  <c:v>0.69697121877625579</c:v>
                </c:pt>
                <c:pt idx="32">
                  <c:v>0.69353437292923403</c:v>
                </c:pt>
                <c:pt idx="33">
                  <c:v>0.68576341996108836</c:v>
                </c:pt>
                <c:pt idx="34">
                  <c:v>0.68250321236057476</c:v>
                </c:pt>
                <c:pt idx="35">
                  <c:v>0.6751242191531589</c:v>
                </c:pt>
                <c:pt idx="36">
                  <c:v>0.67202540835051727</c:v>
                </c:pt>
                <c:pt idx="37">
                  <c:v>0.66500513429544383</c:v>
                </c:pt>
                <c:pt idx="38">
                  <c:v>0.66205426905939602</c:v>
                </c:pt>
                <c:pt idx="39">
                  <c:v>0.65536332056311875</c:v>
                </c:pt>
                <c:pt idx="40">
                  <c:v>0.65254848300286272</c:v>
                </c:pt>
                <c:pt idx="41">
                  <c:v>0.64616076750870099</c:v>
                </c:pt>
                <c:pt idx="42">
                  <c:v>0.64347135798870636</c:v>
                </c:pt>
                <c:pt idx="43">
                  <c:v>0.63736362641609801</c:v>
                </c:pt>
                <c:pt idx="44">
                  <c:v>0.63479018309294055</c:v>
                </c:pt>
                <c:pt idx="45">
                  <c:v>0.62894164540052422</c:v>
                </c:pt>
                <c:pt idx="46">
                  <c:v>0.62647569236399048</c:v>
                </c:pt>
                <c:pt idx="47">
                  <c:v>0.62086769351006832</c:v>
                </c:pt>
                <c:pt idx="48">
                  <c:v>0.61850161255405234</c:v>
                </c:pt>
                <c:pt idx="49">
                  <c:v>0.6131173583808367</c:v>
                </c:pt>
                <c:pt idx="50">
                  <c:v>0.61084428032370675</c:v>
                </c:pt>
                <c:pt idx="51">
                  <c:v>0.60566860479178874</c:v>
                </c:pt>
                <c:pt idx="52">
                  <c:v>0.60348231701061172</c:v>
                </c:pt>
                <c:pt idx="53">
                  <c:v>0.59850148377891688</c:v>
                </c:pt>
                <c:pt idx="54">
                  <c:v>0.59639635123266577</c:v>
                </c:pt>
                <c:pt idx="55">
                  <c:v>0.59159788385973744</c:v>
                </c:pt>
                <c:pt idx="56">
                  <c:v>0.58956878137332236</c:v>
                </c:pt>
                <c:pt idx="57">
                  <c:v>0.58494131745497491</c:v>
                </c:pt>
                <c:pt idx="58">
                  <c:v>0.58298357143841184</c:v>
                </c:pt>
                <c:pt idx="59">
                  <c:v>0.57851673683806426</c:v>
                </c:pt>
                <c:pt idx="60">
                  <c:v>0.57662607494075913</c:v>
                </c:pt>
                <c:pt idx="61">
                  <c:v>0.57231037494959591</c:v>
                </c:pt>
                <c:pt idx="62">
                  <c:v>0.57048288241340939</c:v>
                </c:pt>
                <c:pt idx="63">
                  <c:v>0.56630960722915091</c:v>
                </c:pt>
                <c:pt idx="64">
                  <c:v>0.56454168891773626</c:v>
                </c:pt>
                <c:pt idx="65">
                  <c:v>0.56050283127864842</c:v>
                </c:pt>
                <c:pt idx="66">
                  <c:v>0.55879117853440019</c:v>
                </c:pt>
                <c:pt idx="67">
                  <c:v>0.55487936170974117</c:v>
                </c:pt>
                <c:pt idx="68">
                  <c:v>0.55322092333138784</c:v>
                </c:pt>
                <c:pt idx="69">
                  <c:v>0.54942933796714799</c:v>
                </c:pt>
                <c:pt idx="70">
                  <c:v>0.54782129471693286</c:v>
                </c:pt>
                <c:pt idx="71">
                  <c:v>0.5441436432795711</c:v>
                </c:pt>
                <c:pt idx="72">
                  <c:v>0.54258338542406259</c:v>
                </c:pt>
                <c:pt idx="73">
                  <c:v>0.53901383318537488</c:v>
                </c:pt>
                <c:pt idx="74">
                  <c:v>0.53749894065226478</c:v>
                </c:pt>
                <c:pt idx="75">
                  <c:v>0.53403207232385808</c:v>
                </c:pt>
                <c:pt idx="76">
                  <c:v>0.53256029712181885</c:v>
                </c:pt>
                <c:pt idx="77">
                  <c:v>0.52919107838452217</c:v>
                </c:pt>
                <c:pt idx="78">
                  <c:v>0.52776032898686542</c:v>
                </c:pt>
                <c:pt idx="79">
                  <c:v>0.52448407227410621</c:v>
                </c:pt>
                <c:pt idx="80">
                  <c:v>0.52309239971163102</c:v>
                </c:pt>
                <c:pt idx="81">
                  <c:v>0.51990473370057888</c:v>
                </c:pt>
                <c:pt idx="82">
                  <c:v>0.51855031914630856</c:v>
                </c:pt>
                <c:pt idx="83">
                  <c:v>0.51544716148985359</c:v>
                </c:pt>
                <c:pt idx="84">
                  <c:v>0.51412830514958729</c:v>
                </c:pt>
                <c:pt idx="85">
                  <c:v>0.51110583804876286</c:v>
                </c:pt>
                <c:pt idx="86">
                  <c:v>0.50982094919765542</c:v>
                </c:pt>
                <c:pt idx="87">
                  <c:v>0.50687559747012489</c:v>
                </c:pt>
                <c:pt idx="88">
                  <c:v>0.50562318549764096</c:v>
                </c:pt>
                <c:pt idx="89">
                  <c:v>0.50275159684519699</c:v>
                </c:pt>
                <c:pt idx="90">
                  <c:v>0.50153026318955107</c:v>
                </c:pt>
                <c:pt idx="91">
                  <c:v>0.49872929040766811</c:v>
                </c:pt>
                <c:pt idx="92">
                  <c:v>0.49753772127674922</c:v>
                </c:pt>
                <c:pt idx="93">
                  <c:v>0.49480440618331212</c:v>
                </c:pt>
                <c:pt idx="94">
                  <c:v>0.49364136597264863</c:v>
                </c:pt>
                <c:pt idx="95">
                  <c:v>0.49097292486203192</c:v>
                </c:pt>
                <c:pt idx="96">
                  <c:v>0.48983725019189506</c:v>
                </c:pt>
                <c:pt idx="97">
                  <c:v>0.48723106064539645</c:v>
                </c:pt>
                <c:pt idx="98">
                  <c:v>0.48612165494905069</c:v>
                </c:pt>
                <c:pt idx="99">
                  <c:v>0.48357524385397677</c:v>
                </c:pt>
                <c:pt idx="100">
                  <c:v>0.48249107245756606</c:v>
                </c:pt>
                <c:pt idx="101">
                  <c:v>0.48000210510556562</c:v>
                </c:pt>
                <c:pt idx="102">
                  <c:v>0.47894219074744415</c:v>
                </c:pt>
                <c:pt idx="103">
                  <c:v>0.47650846089845011</c:v>
                </c:pt>
                <c:pt idx="104">
                  <c:v>0.47547187964207127</c:v>
                </c:pt>
                <c:pt idx="105">
                  <c:v>0.47309130045384484</c:v>
                </c:pt>
                <c:pt idx="106">
                  <c:v>0.47207717795377802</c:v>
                </c:pt>
                <c:pt idx="107">
                  <c:v>0.46974777368883869</c:v>
                </c:pt>
                <c:pt idx="108">
                  <c:v>0.46875528177422149</c:v>
                </c:pt>
                <c:pt idx="109">
                  <c:v>0.46647518020620293</c:v>
                </c:pt>
                <c:pt idx="110">
                  <c:v>0.46550353375003928</c:v>
                </c:pt>
                <c:pt idx="111">
                  <c:v>0.46327095920041816</c:v>
                </c:pt>
                <c:pt idx="112">
                  <c:v>0.46231941324672876</c:v>
                </c:pt>
                <c:pt idx="113">
                  <c:v>0.46013268019065146</c:v>
                </c:pt>
                <c:pt idx="114">
                  <c:v>0.45920052731460159</c:v>
                </c:pt>
                <c:pt idx="115">
                  <c:v>0.45705803450132965</c:v>
                </c:pt>
                <c:pt idx="116">
                  <c:v>0.45614460238020105</c:v>
                </c:pt>
                <c:pt idx="117">
                  <c:v>0.45404482741964758</c:v>
                </c:pt>
                <c:pt idx="118">
                  <c:v>0.45314947659492344</c:v>
                </c:pt>
                <c:pt idx="119">
                  <c:v>0.45109097096697759</c:v>
                </c:pt>
                <c:pt idx="120">
                  <c:v>0.45021309277991395</c:v>
                </c:pt>
                <c:pt idx="121">
                  <c:v>0.44819447722784778</c:v>
                </c:pt>
                <c:pt idx="122">
                  <c:v>0.44733349191276373</c:v>
                </c:pt>
                <c:pt idx="123">
                  <c:v>0.44535345218605615</c:v>
                </c:pt>
                <c:pt idx="124">
                  <c:v>0.44450880710721241</c:v>
                </c:pt>
                <c:pt idx="125">
                  <c:v>0.44256609002270986</c:v>
                </c:pt>
                <c:pt idx="126">
                  <c:v>0.44173725804209363</c:v>
                </c:pt>
                <c:pt idx="127">
                  <c:v>0.43983066783557856</c:v>
                </c:pt>
                <c:pt idx="128">
                  <c:v>0.43901714580018747</c:v>
                </c:pt>
                <c:pt idx="129">
                  <c:v>0.43714554074323408</c:v>
                </c:pt>
                <c:pt idx="130">
                  <c:v>0.43634684808159574</c:v>
                </c:pt>
                <c:pt idx="131">
                  <c:v>0.43450913734106866</c:v>
                </c:pt>
                <c:pt idx="132">
                  <c:v>0.43372481475973645</c:v>
                </c:pt>
                <c:pt idx="133">
                  <c:v>0.43191995547950868</c:v>
                </c:pt>
                <c:pt idx="134">
                  <c:v>0.43114956375117119</c:v>
                </c:pt>
                <c:pt idx="135">
                  <c:v>0.42937655833759647</c:v>
                </c:pt>
                <c:pt idx="136">
                  <c:v>0.4286196771732429</c:v>
                </c:pt>
                <c:pt idx="137">
                  <c:v>0.42687757076767691</c:v>
                </c:pt>
                <c:pt idx="138">
                  <c:v>0.42613379776596788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5929-4C44-A3BF-AB7852E0B1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53342623"/>
        <c:axId val="1053344063"/>
      </c:scatterChart>
      <c:valAx>
        <c:axId val="1053342623"/>
        <c:scaling>
          <c:logBase val="10"/>
          <c:orientation val="minMax"/>
          <c:min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344063"/>
        <c:crosses val="autoZero"/>
        <c:crossBetween val="midCat"/>
      </c:valAx>
      <c:valAx>
        <c:axId val="105334406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34262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D(n) vs.</a:t>
            </a:r>
            <a:r>
              <a:rPr lang="en-US" sz="1600" baseline="0"/>
              <a:t> </a:t>
            </a:r>
            <a:r>
              <a:rPr lang="en-US" sz="1600"/>
              <a:t>ln(ln(n))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'Daniel''s Average'!$F$1:$F$2</c:f>
              <c:strCache>
                <c:ptCount val="2"/>
                <c:pt idx="1">
                  <c:v>ln(n)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'Daniel''s Average'!$G$3:$G$75</c:f>
              <c:numCache>
                <c:formatCode>#,##0.00000</c:formatCode>
                <c:ptCount val="73"/>
                <c:pt idx="0">
                  <c:v>0.83403244524795594</c:v>
                </c:pt>
                <c:pt idx="1">
                  <c:v>1.0971887003649488</c:v>
                </c:pt>
                <c:pt idx="2">
                  <c:v>1.2241275407015419</c:v>
                </c:pt>
                <c:pt idx="3">
                  <c:v>1.3053227409632366</c:v>
                </c:pt>
                <c:pt idx="4">
                  <c:v>1.3640546328884455</c:v>
                </c:pt>
                <c:pt idx="5">
                  <c:v>1.4096066464289525</c:v>
                </c:pt>
                <c:pt idx="6">
                  <c:v>1.4465648595477707</c:v>
                </c:pt>
                <c:pt idx="7">
                  <c:v>1.4775113193551406</c:v>
                </c:pt>
                <c:pt idx="8">
                  <c:v>1.5040351003996315</c:v>
                </c:pt>
                <c:pt idx="9">
                  <c:v>1.5271796258079011</c:v>
                </c:pt>
                <c:pt idx="10">
                  <c:v>1.6673892921414593</c:v>
                </c:pt>
                <c:pt idx="11">
                  <c:v>1.7411295468056076</c:v>
                </c:pt>
                <c:pt idx="12">
                  <c:v>1.7903358809248939</c:v>
                </c:pt>
                <c:pt idx="13">
                  <c:v>1.8269026656007323</c:v>
                </c:pt>
                <c:pt idx="14">
                  <c:v>1.8558181338804391</c:v>
                </c:pt>
                <c:pt idx="15">
                  <c:v>1.8796299726944552</c:v>
                </c:pt>
                <c:pt idx="16">
                  <c:v>1.8998081277404202</c:v>
                </c:pt>
                <c:pt idx="17">
                  <c:v>1.9172747212614871</c:v>
                </c:pt>
                <c:pt idx="18">
                  <c:v>1.9326447339160655</c:v>
                </c:pt>
                <c:pt idx="19">
                  <c:v>2.0282669849192843</c:v>
                </c:pt>
                <c:pt idx="20">
                  <c:v>2.0802371710391188</c:v>
                </c:pt>
                <c:pt idx="21">
                  <c:v>2.1155383468680138</c:v>
                </c:pt>
                <c:pt idx="22">
                  <c:v>2.1420868489375264</c:v>
                </c:pt>
                <c:pt idx="23">
                  <c:v>2.1632672480372013</c:v>
                </c:pt>
                <c:pt idx="24">
                  <c:v>2.1808315459336161</c:v>
                </c:pt>
                <c:pt idx="25">
                  <c:v>2.1958009890330583</c:v>
                </c:pt>
                <c:pt idx="26">
                  <c:v>2.2088215008013257</c:v>
                </c:pt>
                <c:pt idx="27">
                  <c:v>2.2203268063678463</c:v>
                </c:pt>
                <c:pt idx="28">
                  <c:v>2.2928869731391588</c:v>
                </c:pt>
                <c:pt idx="29">
                  <c:v>2.3330127080622156</c:v>
                </c:pt>
                <c:pt idx="30">
                  <c:v>2.3605364727014044</c:v>
                </c:pt>
                <c:pt idx="31">
                  <c:v>2.381375781933921</c:v>
                </c:pt>
                <c:pt idx="32">
                  <c:v>2.398086149235235</c:v>
                </c:pt>
                <c:pt idx="33">
                  <c:v>2.4119999256830145</c:v>
                </c:pt>
                <c:pt idx="34">
                  <c:v>2.4238980612040533</c:v>
                </c:pt>
                <c:pt idx="35">
                  <c:v>2.4342767273655532</c:v>
                </c:pt>
                <c:pt idx="36">
                  <c:v>2.443470357682056</c:v>
                </c:pt>
                <c:pt idx="37">
                  <c:v>2.5019335857292173</c:v>
                </c:pt>
                <c:pt idx="38">
                  <c:v>2.5346120896979718</c:v>
                </c:pt>
                <c:pt idx="39">
                  <c:v>2.5571668309410573</c:v>
                </c:pt>
                <c:pt idx="40">
                  <c:v>2.5743179027663876</c:v>
                </c:pt>
                <c:pt idx="41">
                  <c:v>2.5881162238935986</c:v>
                </c:pt>
                <c:pt idx="42">
                  <c:v>2.5996358133442783</c:v>
                </c:pt>
                <c:pt idx="43">
                  <c:v>2.6095083856715187</c:v>
                </c:pt>
                <c:pt idx="44">
                  <c:v>2.6181364375191847</c:v>
                </c:pt>
                <c:pt idx="45">
                  <c:v>2.6257919144760109</c:v>
                </c:pt>
                <c:pt idx="46">
                  <c:v>2.6747455566574194</c:v>
                </c:pt>
                <c:pt idx="47">
                  <c:v>2.7023086060886436</c:v>
                </c:pt>
                <c:pt idx="48">
                  <c:v>2.7214141654792292</c:v>
                </c:pt>
                <c:pt idx="49">
                  <c:v>2.7359862291309849</c:v>
                </c:pt>
                <c:pt idx="50">
                  <c:v>2.7477368330825795</c:v>
                </c:pt>
                <c:pt idx="51">
                  <c:v>2.7575652267512836</c:v>
                </c:pt>
                <c:pt idx="52">
                  <c:v>2.766001580809569</c:v>
                </c:pt>
                <c:pt idx="53">
                  <c:v>2.7733843515990642</c:v>
                </c:pt>
                <c:pt idx="54">
                  <c:v>2.779942594303269</c:v>
                </c:pt>
                <c:pt idx="55">
                  <c:v>2.8220478787457317</c:v>
                </c:pt>
                <c:pt idx="56">
                  <c:v>2.8458803041624146</c:v>
                </c:pt>
                <c:pt idx="57">
                  <c:v>2.8624517073029438</c:v>
                </c:pt>
                <c:pt idx="58">
                  <c:v>2.8751189994895219</c:v>
                </c:pt>
                <c:pt idx="59">
                  <c:v>2.8853511267147409</c:v>
                </c:pt>
                <c:pt idx="60">
                  <c:v>2.8939213284886116</c:v>
                </c:pt>
                <c:pt idx="61">
                  <c:v>2.9012862658404805</c:v>
                </c:pt>
                <c:pt idx="62">
                  <c:v>2.9077378805602923</c:v>
                </c:pt>
                <c:pt idx="63">
                  <c:v>2.9134739869277917</c:v>
                </c:pt>
                <c:pt idx="64">
                  <c:v>2.9504120482143836</c:v>
                </c:pt>
                <c:pt idx="65">
                  <c:v>2.9714033627379095</c:v>
                </c:pt>
                <c:pt idx="66">
                  <c:v>2.9860341536991037</c:v>
                </c:pt>
                <c:pt idx="67">
                  <c:v>2.9972370735936038</c:v>
                </c:pt>
                <c:pt idx="68">
                  <c:v>3.006298266985699</c:v>
                </c:pt>
                <c:pt idx="69">
                  <c:v>3.0138958570282641</c:v>
                </c:pt>
                <c:pt idx="70">
                  <c:v>3.0204308512793614</c:v>
                </c:pt>
                <c:pt idx="71">
                  <c:v>3.026159888622161</c:v>
                </c:pt>
                <c:pt idx="72">
                  <c:v>3.0312570225841751</c:v>
                </c:pt>
              </c:numCache>
            </c:numRef>
          </c:xVal>
          <c:yVal>
            <c:numRef>
              <c:f>'Daniel''s Average'!$C$3:$C$75</c:f>
              <c:numCache>
                <c:formatCode>General</c:formatCode>
                <c:ptCount val="73"/>
                <c:pt idx="0">
                  <c:v>1.6666666999999999</c:v>
                </c:pt>
                <c:pt idx="1">
                  <c:v>1.8947368</c:v>
                </c:pt>
                <c:pt idx="2">
                  <c:v>2.0344828000000001</c:v>
                </c:pt>
                <c:pt idx="3">
                  <c:v>2.1538461999999998</c:v>
                </c:pt>
                <c:pt idx="4">
                  <c:v>2.2040815999999999</c:v>
                </c:pt>
                <c:pt idx="5">
                  <c:v>2.2542373000000002</c:v>
                </c:pt>
                <c:pt idx="6">
                  <c:v>2.3043477999999999</c:v>
                </c:pt>
                <c:pt idx="7">
                  <c:v>2.3417721999999999</c:v>
                </c:pt>
                <c:pt idx="8">
                  <c:v>2.3707864999999999</c:v>
                </c:pt>
                <c:pt idx="9">
                  <c:v>2.39</c:v>
                </c:pt>
                <c:pt idx="10">
                  <c:v>2.56</c:v>
                </c:pt>
                <c:pt idx="11">
                  <c:v>2.6533329999999999</c:v>
                </c:pt>
                <c:pt idx="12">
                  <c:v>2.7124999999999999</c:v>
                </c:pt>
                <c:pt idx="13">
                  <c:v>2.7519999999999998</c:v>
                </c:pt>
                <c:pt idx="14">
                  <c:v>2.7883330000000002</c:v>
                </c:pt>
                <c:pt idx="15">
                  <c:v>2.8128570000000002</c:v>
                </c:pt>
                <c:pt idx="16">
                  <c:v>2.8412500000000001</c:v>
                </c:pt>
                <c:pt idx="17">
                  <c:v>2.862222</c:v>
                </c:pt>
                <c:pt idx="18">
                  <c:v>2.8769999999999998</c:v>
                </c:pt>
                <c:pt idx="19">
                  <c:v>2.9855</c:v>
                </c:pt>
                <c:pt idx="20">
                  <c:v>3.044667</c:v>
                </c:pt>
                <c:pt idx="21">
                  <c:v>3.0840000000000001</c:v>
                </c:pt>
                <c:pt idx="22">
                  <c:v>3.1133999999999999</c:v>
                </c:pt>
                <c:pt idx="23">
                  <c:v>3.136333</c:v>
                </c:pt>
                <c:pt idx="24">
                  <c:v>3.1557140000000001</c:v>
                </c:pt>
                <c:pt idx="25">
                  <c:v>3.1720000000000002</c:v>
                </c:pt>
                <c:pt idx="26">
                  <c:v>3.1864439999999998</c:v>
                </c:pt>
                <c:pt idx="27">
                  <c:v>3.1985000000000001</c:v>
                </c:pt>
                <c:pt idx="28">
                  <c:v>3.2766500000000001</c:v>
                </c:pt>
                <c:pt idx="29">
                  <c:v>3.3193670000000002</c:v>
                </c:pt>
                <c:pt idx="30">
                  <c:v>3.3485999999999998</c:v>
                </c:pt>
                <c:pt idx="31">
                  <c:v>3.3706</c:v>
                </c:pt>
                <c:pt idx="32">
                  <c:v>3.3883329999999998</c:v>
                </c:pt>
                <c:pt idx="33">
                  <c:v>3.4030429999999998</c:v>
                </c:pt>
                <c:pt idx="34">
                  <c:v>3.4155500000000001</c:v>
                </c:pt>
                <c:pt idx="35">
                  <c:v>3.4264999999999999</c:v>
                </c:pt>
                <c:pt idx="36">
                  <c:v>3.43614</c:v>
                </c:pt>
                <c:pt idx="37">
                  <c:v>3.4974949999999998</c:v>
                </c:pt>
                <c:pt idx="38">
                  <c:v>3.5316700000000001</c:v>
                </c:pt>
                <c:pt idx="39">
                  <c:v>3.5551900000000001</c:v>
                </c:pt>
                <c:pt idx="40">
                  <c:v>3.5730620000000002</c:v>
                </c:pt>
                <c:pt idx="41">
                  <c:v>3.5874419999999998</c:v>
                </c:pt>
                <c:pt idx="42">
                  <c:v>3.5994169999999999</c:v>
                </c:pt>
                <c:pt idx="43">
                  <c:v>3.6096849999999998</c:v>
                </c:pt>
                <c:pt idx="44">
                  <c:v>3.6186560000000001</c:v>
                </c:pt>
                <c:pt idx="45">
                  <c:v>3.6266189999999998</c:v>
                </c:pt>
                <c:pt idx="46">
                  <c:v>3.6773920000000002</c:v>
                </c:pt>
                <c:pt idx="47">
                  <c:v>3.7059319999999998</c:v>
                </c:pt>
                <c:pt idx="48">
                  <c:v>3.725692</c:v>
                </c:pt>
                <c:pt idx="49">
                  <c:v>3.740748</c:v>
                </c:pt>
                <c:pt idx="50">
                  <c:v>3.7528890000000001</c:v>
                </c:pt>
                <c:pt idx="51">
                  <c:v>3.7630340000000002</c:v>
                </c:pt>
                <c:pt idx="52">
                  <c:v>3.771744</c:v>
                </c:pt>
                <c:pt idx="53">
                  <c:v>3.7793589999999999</c:v>
                </c:pt>
                <c:pt idx="54">
                  <c:v>3.7861250000000002</c:v>
                </c:pt>
                <c:pt idx="55">
                  <c:v>3.8295159999999999</c:v>
                </c:pt>
                <c:pt idx="56">
                  <c:v>3.8540459999999999</c:v>
                </c:pt>
                <c:pt idx="57">
                  <c:v>3.8710909999999998</c:v>
                </c:pt>
                <c:pt idx="58">
                  <c:v>3.8841139999999998</c:v>
                </c:pt>
                <c:pt idx="59">
                  <c:v>3.8946290000000001</c:v>
                </c:pt>
                <c:pt idx="60">
                  <c:v>3.9034339999999998</c:v>
                </c:pt>
                <c:pt idx="61">
                  <c:v>3.9109989999999999</c:v>
                </c:pt>
                <c:pt idx="62">
                  <c:v>3.917624</c:v>
                </c:pt>
                <c:pt idx="63">
                  <c:v>3.9235129999999998</c:v>
                </c:pt>
                <c:pt idx="64">
                  <c:v>3.9614120000000002</c:v>
                </c:pt>
                <c:pt idx="65">
                  <c:v>3.9829310000000002</c:v>
                </c:pt>
                <c:pt idx="66">
                  <c:v>3.997922</c:v>
                </c:pt>
                <c:pt idx="67">
                  <c:v>4.0093959999999997</c:v>
                </c:pt>
                <c:pt idx="68">
                  <c:v>4.018675</c:v>
                </c:pt>
                <c:pt idx="69">
                  <c:v>4.0264530000000001</c:v>
                </c:pt>
                <c:pt idx="70">
                  <c:v>4.0331419999999998</c:v>
                </c:pt>
                <c:pt idx="71">
                  <c:v>4.0390050000000004</c:v>
                </c:pt>
                <c:pt idx="72">
                  <c:v>4.0442200000000001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F4E-4B0B-A27C-28A5B0365A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3211888"/>
        <c:axId val="473203248"/>
      </c:scatterChart>
      <c:valAx>
        <c:axId val="4732118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ln(ln(n))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203248"/>
        <c:crosses val="autoZero"/>
        <c:crossBetween val="midCat"/>
      </c:valAx>
      <c:valAx>
        <c:axId val="473203248"/>
        <c:scaling>
          <c:orientation val="minMax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/>
                  <a:t>D(n)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211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D(n) vs. ln(ln(n))+1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D(n)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'Daniel''s Average'!$B$3:$B$21</c:f>
              <c:numCache>
                <c:formatCode>#,##0</c:formatCode>
                <c:ptCount val="19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200</c:v>
                </c:pt>
                <c:pt idx="11">
                  <c:v>300</c:v>
                </c:pt>
                <c:pt idx="12">
                  <c:v>400</c:v>
                </c:pt>
                <c:pt idx="13">
                  <c:v>500</c:v>
                </c:pt>
                <c:pt idx="14">
                  <c:v>600</c:v>
                </c:pt>
                <c:pt idx="15">
                  <c:v>700</c:v>
                </c:pt>
                <c:pt idx="16">
                  <c:v>800</c:v>
                </c:pt>
                <c:pt idx="17">
                  <c:v>900</c:v>
                </c:pt>
                <c:pt idx="18">
                  <c:v>1000</c:v>
                </c:pt>
              </c:numCache>
            </c:numRef>
          </c:xVal>
          <c:yVal>
            <c:numRef>
              <c:f>'Daniel''s Average'!$D$3:$D$21</c:f>
              <c:numCache>
                <c:formatCode>General</c:formatCode>
                <c:ptCount val="19"/>
                <c:pt idx="0">
                  <c:v>1.6666666999999999</c:v>
                </c:pt>
                <c:pt idx="1">
                  <c:v>1.9944597894736844</c:v>
                </c:pt>
                <c:pt idx="2">
                  <c:v>2.1046373793103452</c:v>
                </c:pt>
                <c:pt idx="3">
                  <c:v>2.2090730256410254</c:v>
                </c:pt>
                <c:pt idx="4">
                  <c:v>2.249062857142857</c:v>
                </c:pt>
                <c:pt idx="5">
                  <c:v>2.2924447118644071</c:v>
                </c:pt>
                <c:pt idx="6">
                  <c:v>2.3377441449275365</c:v>
                </c:pt>
                <c:pt idx="7">
                  <c:v>2.3714148860759492</c:v>
                </c:pt>
                <c:pt idx="8">
                  <c:v>2.3974245505617975</c:v>
                </c:pt>
                <c:pt idx="9">
                  <c:v>2.4141414141414139</c:v>
                </c:pt>
                <c:pt idx="10">
                  <c:v>2.5728643216080402</c:v>
                </c:pt>
                <c:pt idx="11">
                  <c:v>2.6622070234113715</c:v>
                </c:pt>
                <c:pt idx="12">
                  <c:v>2.7192982456140351</c:v>
                </c:pt>
                <c:pt idx="13">
                  <c:v>2.7575150300601203</c:v>
                </c:pt>
                <c:pt idx="14">
                  <c:v>2.7929879799666111</c:v>
                </c:pt>
                <c:pt idx="15">
                  <c:v>2.8168811158798284</c:v>
                </c:pt>
                <c:pt idx="16">
                  <c:v>2.8448060075093866</c:v>
                </c:pt>
                <c:pt idx="17">
                  <c:v>2.8654057842046718</c:v>
                </c:pt>
                <c:pt idx="18">
                  <c:v>2.8798798798798799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1BA-401D-8ADD-94B720B40F85}"/>
            </c:ext>
          </c:extLst>
        </c:ser>
        <c:ser>
          <c:idx val="1"/>
          <c:order val="1"/>
          <c:tx>
            <c:strRef>
              <c:f>'Daniel''s Average'!$F$2</c:f>
              <c:strCache>
                <c:ptCount val="1"/>
                <c:pt idx="0">
                  <c:v>1+ln(ln(n))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'Daniel''s Average'!$B$3:$B$21</c:f>
              <c:numCache>
                <c:formatCode>#,##0</c:formatCode>
                <c:ptCount val="19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200</c:v>
                </c:pt>
                <c:pt idx="11">
                  <c:v>300</c:v>
                </c:pt>
                <c:pt idx="12">
                  <c:v>400</c:v>
                </c:pt>
                <c:pt idx="13">
                  <c:v>500</c:v>
                </c:pt>
                <c:pt idx="14">
                  <c:v>600</c:v>
                </c:pt>
                <c:pt idx="15">
                  <c:v>700</c:v>
                </c:pt>
                <c:pt idx="16">
                  <c:v>800</c:v>
                </c:pt>
                <c:pt idx="17">
                  <c:v>900</c:v>
                </c:pt>
                <c:pt idx="18">
                  <c:v>1000</c:v>
                </c:pt>
              </c:numCache>
            </c:numRef>
          </c:xVal>
          <c:yVal>
            <c:numRef>
              <c:f>'Daniel''s Average'!$F$3:$F$21</c:f>
              <c:numCache>
                <c:formatCode>#,##0.0000000000000</c:formatCode>
                <c:ptCount val="19"/>
                <c:pt idx="0">
                  <c:v>1.8340324452479559</c:v>
                </c:pt>
                <c:pt idx="1">
                  <c:v>2.0971887003649488</c:v>
                </c:pt>
                <c:pt idx="2">
                  <c:v>2.2241275407015419</c:v>
                </c:pt>
                <c:pt idx="3">
                  <c:v>2.3053227409632369</c:v>
                </c:pt>
                <c:pt idx="4">
                  <c:v>2.3640546328884455</c:v>
                </c:pt>
                <c:pt idx="5">
                  <c:v>2.4096066464289523</c:v>
                </c:pt>
                <c:pt idx="6">
                  <c:v>2.4465648595477707</c:v>
                </c:pt>
                <c:pt idx="7">
                  <c:v>2.4775113193551404</c:v>
                </c:pt>
                <c:pt idx="8">
                  <c:v>2.5040351003996317</c:v>
                </c:pt>
                <c:pt idx="9">
                  <c:v>2.5271796258079009</c:v>
                </c:pt>
                <c:pt idx="10">
                  <c:v>2.6673892921414595</c:v>
                </c:pt>
                <c:pt idx="11">
                  <c:v>2.7411295468056078</c:v>
                </c:pt>
                <c:pt idx="12">
                  <c:v>2.7903358809248937</c:v>
                </c:pt>
                <c:pt idx="13">
                  <c:v>2.8269026656007323</c:v>
                </c:pt>
                <c:pt idx="14">
                  <c:v>2.8558181338804394</c:v>
                </c:pt>
                <c:pt idx="15">
                  <c:v>2.8796299726944552</c:v>
                </c:pt>
                <c:pt idx="16">
                  <c:v>2.8998081277404202</c:v>
                </c:pt>
                <c:pt idx="17">
                  <c:v>2.9172747212614869</c:v>
                </c:pt>
                <c:pt idx="18">
                  <c:v>2.9326447339160655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1BA-401D-8ADD-94B720B40F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7552111"/>
        <c:axId val="1117554991"/>
      </c:scatterChart>
      <c:valAx>
        <c:axId val="1117552111"/>
        <c:scaling>
          <c:orientation val="minMax"/>
          <c:max val="10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7554991"/>
        <c:crosses val="autoZero"/>
        <c:crossBetween val="midCat"/>
      </c:valAx>
      <c:valAx>
        <c:axId val="1117554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75521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D(n) vs. ln(ln(n)) + 1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Daniel's Average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Sheet2!$A$3:$A$48</c:f>
              <c:numCache>
                <c:formatCode>#,##0</c:formatCode>
                <c:ptCount val="4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200</c:v>
                </c:pt>
                <c:pt idx="11">
                  <c:v>300</c:v>
                </c:pt>
                <c:pt idx="12">
                  <c:v>400</c:v>
                </c:pt>
                <c:pt idx="13">
                  <c:v>500</c:v>
                </c:pt>
                <c:pt idx="14">
                  <c:v>600</c:v>
                </c:pt>
                <c:pt idx="15">
                  <c:v>700</c:v>
                </c:pt>
                <c:pt idx="16">
                  <c:v>800</c:v>
                </c:pt>
                <c:pt idx="17">
                  <c:v>900</c:v>
                </c:pt>
                <c:pt idx="18">
                  <c:v>1000</c:v>
                </c:pt>
                <c:pt idx="19">
                  <c:v>2000</c:v>
                </c:pt>
                <c:pt idx="20">
                  <c:v>3000</c:v>
                </c:pt>
                <c:pt idx="21">
                  <c:v>4000</c:v>
                </c:pt>
                <c:pt idx="22">
                  <c:v>5000</c:v>
                </c:pt>
                <c:pt idx="23">
                  <c:v>6000</c:v>
                </c:pt>
                <c:pt idx="24">
                  <c:v>7000</c:v>
                </c:pt>
                <c:pt idx="25">
                  <c:v>8000</c:v>
                </c:pt>
                <c:pt idx="26">
                  <c:v>9000</c:v>
                </c:pt>
                <c:pt idx="27">
                  <c:v>10000</c:v>
                </c:pt>
                <c:pt idx="28">
                  <c:v>20000</c:v>
                </c:pt>
                <c:pt idx="29">
                  <c:v>30000</c:v>
                </c:pt>
                <c:pt idx="30">
                  <c:v>40000</c:v>
                </c:pt>
                <c:pt idx="31">
                  <c:v>50000</c:v>
                </c:pt>
                <c:pt idx="32">
                  <c:v>60000</c:v>
                </c:pt>
                <c:pt idx="33">
                  <c:v>70000</c:v>
                </c:pt>
                <c:pt idx="34">
                  <c:v>80000</c:v>
                </c:pt>
                <c:pt idx="35">
                  <c:v>90000</c:v>
                </c:pt>
                <c:pt idx="36">
                  <c:v>100000</c:v>
                </c:pt>
                <c:pt idx="37">
                  <c:v>200000</c:v>
                </c:pt>
                <c:pt idx="38">
                  <c:v>300000</c:v>
                </c:pt>
                <c:pt idx="39">
                  <c:v>400000</c:v>
                </c:pt>
                <c:pt idx="40">
                  <c:v>500000</c:v>
                </c:pt>
                <c:pt idx="41">
                  <c:v>600000</c:v>
                </c:pt>
                <c:pt idx="42">
                  <c:v>700000</c:v>
                </c:pt>
                <c:pt idx="43">
                  <c:v>800000</c:v>
                </c:pt>
                <c:pt idx="44">
                  <c:v>900000</c:v>
                </c:pt>
                <c:pt idx="45">
                  <c:v>1000000</c:v>
                </c:pt>
              </c:numCache>
            </c:numRef>
          </c:xVal>
          <c:yVal>
            <c:numRef>
              <c:f>Sheet2!$B$3:$B$48</c:f>
              <c:numCache>
                <c:formatCode>General</c:formatCode>
                <c:ptCount val="46"/>
                <c:pt idx="0">
                  <c:v>1.6666666999999999</c:v>
                </c:pt>
                <c:pt idx="1">
                  <c:v>1.8947368</c:v>
                </c:pt>
                <c:pt idx="2">
                  <c:v>2.0344828000000001</c:v>
                </c:pt>
                <c:pt idx="3">
                  <c:v>2.1538461999999998</c:v>
                </c:pt>
                <c:pt idx="4">
                  <c:v>2.2040815999999999</c:v>
                </c:pt>
                <c:pt idx="5">
                  <c:v>2.2542373000000002</c:v>
                </c:pt>
                <c:pt idx="6">
                  <c:v>2.3043477999999999</c:v>
                </c:pt>
                <c:pt idx="7">
                  <c:v>2.3417721999999999</c:v>
                </c:pt>
                <c:pt idx="8">
                  <c:v>2.3707864999999999</c:v>
                </c:pt>
                <c:pt idx="9">
                  <c:v>2.4141414000000001</c:v>
                </c:pt>
                <c:pt idx="10">
                  <c:v>2.5728643</c:v>
                </c:pt>
                <c:pt idx="11">
                  <c:v>2.6622073999999998</c:v>
                </c:pt>
                <c:pt idx="12">
                  <c:v>2.7192981999999999</c:v>
                </c:pt>
                <c:pt idx="13">
                  <c:v>2.7575150000000002</c:v>
                </c:pt>
                <c:pt idx="14">
                  <c:v>2.7929883000000002</c:v>
                </c:pt>
                <c:pt idx="15">
                  <c:v>2.8168812999999999</c:v>
                </c:pt>
                <c:pt idx="16">
                  <c:v>2.8448060000000002</c:v>
                </c:pt>
                <c:pt idx="17">
                  <c:v>2.8654060000000001</c:v>
                </c:pt>
                <c:pt idx="18">
                  <c:v>2.8798799000000002</c:v>
                </c:pt>
                <c:pt idx="19">
                  <c:v>2.9869935000000001</c:v>
                </c:pt>
                <c:pt idx="20">
                  <c:v>3.0456818999999999</c:v>
                </c:pt>
                <c:pt idx="21">
                  <c:v>3.0847712</c:v>
                </c:pt>
                <c:pt idx="22">
                  <c:v>3.1140227999999999</c:v>
                </c:pt>
                <c:pt idx="23">
                  <c:v>3.1368561000000001</c:v>
                </c:pt>
                <c:pt idx="24">
                  <c:v>3.1561651999999998</c:v>
                </c:pt>
                <c:pt idx="25">
                  <c:v>3.1723965000000001</c:v>
                </c:pt>
                <c:pt idx="26">
                  <c:v>3.1867985000000001</c:v>
                </c:pt>
                <c:pt idx="27">
                  <c:v>3.1988199000000002</c:v>
                </c:pt>
                <c:pt idx="28">
                  <c:v>3.2768138000000002</c:v>
                </c:pt>
                <c:pt idx="29">
                  <c:v>3.3194773</c:v>
                </c:pt>
                <c:pt idx="30">
                  <c:v>3.3486837</c:v>
                </c:pt>
                <c:pt idx="31">
                  <c:v>3.3706673999999999</c:v>
                </c:pt>
                <c:pt idx="32">
                  <c:v>3.3883898000000001</c:v>
                </c:pt>
                <c:pt idx="33">
                  <c:v>3.4030914999999999</c:v>
                </c:pt>
                <c:pt idx="34">
                  <c:v>3.4155926999999999</c:v>
                </c:pt>
                <c:pt idx="35">
                  <c:v>3.4265381000000001</c:v>
                </c:pt>
                <c:pt idx="36">
                  <c:v>3.4361744000000001</c:v>
                </c:pt>
                <c:pt idx="37">
                  <c:v>3.4975125</c:v>
                </c:pt>
                <c:pt idx="38">
                  <c:v>3.5316817999999999</c:v>
                </c:pt>
                <c:pt idx="39">
                  <c:v>3.5551989000000002</c:v>
                </c:pt>
                <c:pt idx="40">
                  <c:v>3.5730691000000001</c:v>
                </c:pt>
                <c:pt idx="41">
                  <c:v>3.5874476</c:v>
                </c:pt>
                <c:pt idx="42">
                  <c:v>3.5994223000000001</c:v>
                </c:pt>
                <c:pt idx="43">
                  <c:v>3.6096895</c:v>
                </c:pt>
                <c:pt idx="44">
                  <c:v>3.6186596</c:v>
                </c:pt>
                <c:pt idx="45">
                  <c:v>3.6266226000000001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1B8-4C25-9590-6078FAEA2D72}"/>
            </c:ext>
          </c:extLst>
        </c:ser>
        <c:ser>
          <c:idx val="1"/>
          <c:order val="1"/>
          <c:tx>
            <c:v>ln(ln(n))+1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Sheet2!$A$3:$A$48</c:f>
              <c:numCache>
                <c:formatCode>#,##0</c:formatCode>
                <c:ptCount val="4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200</c:v>
                </c:pt>
                <c:pt idx="11">
                  <c:v>300</c:v>
                </c:pt>
                <c:pt idx="12">
                  <c:v>400</c:v>
                </c:pt>
                <c:pt idx="13">
                  <c:v>500</c:v>
                </c:pt>
                <c:pt idx="14">
                  <c:v>600</c:v>
                </c:pt>
                <c:pt idx="15">
                  <c:v>700</c:v>
                </c:pt>
                <c:pt idx="16">
                  <c:v>800</c:v>
                </c:pt>
                <c:pt idx="17">
                  <c:v>900</c:v>
                </c:pt>
                <c:pt idx="18">
                  <c:v>1000</c:v>
                </c:pt>
                <c:pt idx="19">
                  <c:v>2000</c:v>
                </c:pt>
                <c:pt idx="20">
                  <c:v>3000</c:v>
                </c:pt>
                <c:pt idx="21">
                  <c:v>4000</c:v>
                </c:pt>
                <c:pt idx="22">
                  <c:v>5000</c:v>
                </c:pt>
                <c:pt idx="23">
                  <c:v>6000</c:v>
                </c:pt>
                <c:pt idx="24">
                  <c:v>7000</c:v>
                </c:pt>
                <c:pt idx="25">
                  <c:v>8000</c:v>
                </c:pt>
                <c:pt idx="26">
                  <c:v>9000</c:v>
                </c:pt>
                <c:pt idx="27">
                  <c:v>10000</c:v>
                </c:pt>
                <c:pt idx="28">
                  <c:v>20000</c:v>
                </c:pt>
                <c:pt idx="29">
                  <c:v>30000</c:v>
                </c:pt>
                <c:pt idx="30">
                  <c:v>40000</c:v>
                </c:pt>
                <c:pt idx="31">
                  <c:v>50000</c:v>
                </c:pt>
                <c:pt idx="32">
                  <c:v>60000</c:v>
                </c:pt>
                <c:pt idx="33">
                  <c:v>70000</c:v>
                </c:pt>
                <c:pt idx="34">
                  <c:v>80000</c:v>
                </c:pt>
                <c:pt idx="35">
                  <c:v>90000</c:v>
                </c:pt>
                <c:pt idx="36">
                  <c:v>100000</c:v>
                </c:pt>
                <c:pt idx="37">
                  <c:v>200000</c:v>
                </c:pt>
                <c:pt idx="38">
                  <c:v>300000</c:v>
                </c:pt>
                <c:pt idx="39">
                  <c:v>400000</c:v>
                </c:pt>
                <c:pt idx="40">
                  <c:v>500000</c:v>
                </c:pt>
                <c:pt idx="41">
                  <c:v>600000</c:v>
                </c:pt>
                <c:pt idx="42">
                  <c:v>700000</c:v>
                </c:pt>
                <c:pt idx="43">
                  <c:v>800000</c:v>
                </c:pt>
                <c:pt idx="44">
                  <c:v>900000</c:v>
                </c:pt>
                <c:pt idx="45">
                  <c:v>1000000</c:v>
                </c:pt>
              </c:numCache>
            </c:numRef>
          </c:xVal>
          <c:yVal>
            <c:numRef>
              <c:f>Sheet2!$G$3:$G$48</c:f>
              <c:numCache>
                <c:formatCode>0.00000</c:formatCode>
                <c:ptCount val="46"/>
                <c:pt idx="0">
                  <c:v>1.8340324452479559</c:v>
                </c:pt>
                <c:pt idx="1">
                  <c:v>2.0971887003649488</c:v>
                </c:pt>
                <c:pt idx="2">
                  <c:v>2.2241275407015419</c:v>
                </c:pt>
                <c:pt idx="3">
                  <c:v>2.3053227409632369</c:v>
                </c:pt>
                <c:pt idx="4">
                  <c:v>2.3640546328884455</c:v>
                </c:pt>
                <c:pt idx="5">
                  <c:v>2.4096066464289523</c:v>
                </c:pt>
                <c:pt idx="6">
                  <c:v>2.4465648595477707</c:v>
                </c:pt>
                <c:pt idx="7">
                  <c:v>2.4775113193551404</c:v>
                </c:pt>
                <c:pt idx="8">
                  <c:v>2.5040351003996317</c:v>
                </c:pt>
                <c:pt idx="9">
                  <c:v>2.5271796258079009</c:v>
                </c:pt>
                <c:pt idx="10">
                  <c:v>2.6673892921414595</c:v>
                </c:pt>
                <c:pt idx="11">
                  <c:v>2.7411295468056078</c:v>
                </c:pt>
                <c:pt idx="12">
                  <c:v>2.7903358809248937</c:v>
                </c:pt>
                <c:pt idx="13">
                  <c:v>2.8269026656007323</c:v>
                </c:pt>
                <c:pt idx="14">
                  <c:v>2.8558181338804394</c:v>
                </c:pt>
                <c:pt idx="15">
                  <c:v>2.8796299726944552</c:v>
                </c:pt>
                <c:pt idx="16">
                  <c:v>2.8998081277404202</c:v>
                </c:pt>
                <c:pt idx="17">
                  <c:v>2.9172747212614869</c:v>
                </c:pt>
                <c:pt idx="18">
                  <c:v>2.9326447339160655</c:v>
                </c:pt>
                <c:pt idx="19">
                  <c:v>3.0282669849192843</c:v>
                </c:pt>
                <c:pt idx="20">
                  <c:v>3.0802371710391188</c:v>
                </c:pt>
                <c:pt idx="21">
                  <c:v>3.1155383468680138</c:v>
                </c:pt>
                <c:pt idx="22">
                  <c:v>3.1420868489375264</c:v>
                </c:pt>
                <c:pt idx="23">
                  <c:v>3.1632672480372013</c:v>
                </c:pt>
                <c:pt idx="24">
                  <c:v>3.1808315459336161</c:v>
                </c:pt>
                <c:pt idx="25">
                  <c:v>3.1958009890330583</c:v>
                </c:pt>
                <c:pt idx="26">
                  <c:v>3.2088215008013257</c:v>
                </c:pt>
                <c:pt idx="27">
                  <c:v>3.2203268063678463</c:v>
                </c:pt>
                <c:pt idx="28">
                  <c:v>3.2928869731391588</c:v>
                </c:pt>
                <c:pt idx="29">
                  <c:v>3.3330127080622156</c:v>
                </c:pt>
                <c:pt idx="30">
                  <c:v>3.3605364727014044</c:v>
                </c:pt>
                <c:pt idx="31">
                  <c:v>3.381375781933921</c:v>
                </c:pt>
                <c:pt idx="32">
                  <c:v>3.398086149235235</c:v>
                </c:pt>
                <c:pt idx="33">
                  <c:v>3.4119999256830145</c:v>
                </c:pt>
                <c:pt idx="34">
                  <c:v>3.4238980612040533</c:v>
                </c:pt>
                <c:pt idx="35">
                  <c:v>3.4342767273655532</c:v>
                </c:pt>
                <c:pt idx="36">
                  <c:v>3.443470357682056</c:v>
                </c:pt>
                <c:pt idx="37">
                  <c:v>3.5019335857292173</c:v>
                </c:pt>
                <c:pt idx="38">
                  <c:v>3.5346120896979718</c:v>
                </c:pt>
                <c:pt idx="39">
                  <c:v>3.5571668309410573</c:v>
                </c:pt>
                <c:pt idx="40">
                  <c:v>3.5743179027663876</c:v>
                </c:pt>
                <c:pt idx="41">
                  <c:v>3.5881162238935986</c:v>
                </c:pt>
                <c:pt idx="42">
                  <c:v>3.5996358133442783</c:v>
                </c:pt>
                <c:pt idx="43">
                  <c:v>3.6095083856715187</c:v>
                </c:pt>
                <c:pt idx="44">
                  <c:v>3.6181364375191847</c:v>
                </c:pt>
                <c:pt idx="45">
                  <c:v>3.6257919144760109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1B8-4C25-9590-6078FAEA2D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884527"/>
        <c:axId val="98885487"/>
      </c:scatterChart>
      <c:valAx>
        <c:axId val="98884527"/>
        <c:scaling>
          <c:orientation val="minMax"/>
          <c:max val="10000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85487"/>
        <c:crosses val="autoZero"/>
        <c:crossBetween val="midCat"/>
      </c:valAx>
      <c:valAx>
        <c:axId val="98885487"/>
        <c:scaling>
          <c:orientation val="minMax"/>
          <c:min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845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D(n) vs. ln(ln(n)) + 1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Daniel's Average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Sheet2!$A$3:$A$48</c:f>
              <c:numCache>
                <c:formatCode>#,##0</c:formatCode>
                <c:ptCount val="4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200</c:v>
                </c:pt>
                <c:pt idx="11">
                  <c:v>300</c:v>
                </c:pt>
                <c:pt idx="12">
                  <c:v>400</c:v>
                </c:pt>
                <c:pt idx="13">
                  <c:v>500</c:v>
                </c:pt>
                <c:pt idx="14">
                  <c:v>600</c:v>
                </c:pt>
                <c:pt idx="15">
                  <c:v>700</c:v>
                </c:pt>
                <c:pt idx="16">
                  <c:v>800</c:v>
                </c:pt>
                <c:pt idx="17">
                  <c:v>900</c:v>
                </c:pt>
                <c:pt idx="18">
                  <c:v>1000</c:v>
                </c:pt>
                <c:pt idx="19">
                  <c:v>2000</c:v>
                </c:pt>
                <c:pt idx="20">
                  <c:v>3000</c:v>
                </c:pt>
                <c:pt idx="21">
                  <c:v>4000</c:v>
                </c:pt>
                <c:pt idx="22">
                  <c:v>5000</c:v>
                </c:pt>
                <c:pt idx="23">
                  <c:v>6000</c:v>
                </c:pt>
                <c:pt idx="24">
                  <c:v>7000</c:v>
                </c:pt>
                <c:pt idx="25">
                  <c:v>8000</c:v>
                </c:pt>
                <c:pt idx="26">
                  <c:v>9000</c:v>
                </c:pt>
                <c:pt idx="27">
                  <c:v>10000</c:v>
                </c:pt>
                <c:pt idx="28">
                  <c:v>20000</c:v>
                </c:pt>
                <c:pt idx="29">
                  <c:v>30000</c:v>
                </c:pt>
                <c:pt idx="30">
                  <c:v>40000</c:v>
                </c:pt>
                <c:pt idx="31">
                  <c:v>50000</c:v>
                </c:pt>
                <c:pt idx="32">
                  <c:v>60000</c:v>
                </c:pt>
                <c:pt idx="33">
                  <c:v>70000</c:v>
                </c:pt>
                <c:pt idx="34">
                  <c:v>80000</c:v>
                </c:pt>
                <c:pt idx="35">
                  <c:v>90000</c:v>
                </c:pt>
                <c:pt idx="36">
                  <c:v>100000</c:v>
                </c:pt>
                <c:pt idx="37">
                  <c:v>200000</c:v>
                </c:pt>
                <c:pt idx="38">
                  <c:v>300000</c:v>
                </c:pt>
                <c:pt idx="39">
                  <c:v>400000</c:v>
                </c:pt>
                <c:pt idx="40">
                  <c:v>500000</c:v>
                </c:pt>
                <c:pt idx="41">
                  <c:v>600000</c:v>
                </c:pt>
                <c:pt idx="42">
                  <c:v>700000</c:v>
                </c:pt>
                <c:pt idx="43">
                  <c:v>800000</c:v>
                </c:pt>
                <c:pt idx="44">
                  <c:v>900000</c:v>
                </c:pt>
                <c:pt idx="45">
                  <c:v>1000000</c:v>
                </c:pt>
              </c:numCache>
            </c:numRef>
          </c:xVal>
          <c:yVal>
            <c:numRef>
              <c:f>Sheet2!$B$3:$B$48</c:f>
              <c:numCache>
                <c:formatCode>General</c:formatCode>
                <c:ptCount val="46"/>
                <c:pt idx="0">
                  <c:v>1.6666666999999999</c:v>
                </c:pt>
                <c:pt idx="1">
                  <c:v>1.8947368</c:v>
                </c:pt>
                <c:pt idx="2">
                  <c:v>2.0344828000000001</c:v>
                </c:pt>
                <c:pt idx="3">
                  <c:v>2.1538461999999998</c:v>
                </c:pt>
                <c:pt idx="4">
                  <c:v>2.2040815999999999</c:v>
                </c:pt>
                <c:pt idx="5">
                  <c:v>2.2542373000000002</c:v>
                </c:pt>
                <c:pt idx="6">
                  <c:v>2.3043477999999999</c:v>
                </c:pt>
                <c:pt idx="7">
                  <c:v>2.3417721999999999</c:v>
                </c:pt>
                <c:pt idx="8">
                  <c:v>2.3707864999999999</c:v>
                </c:pt>
                <c:pt idx="9">
                  <c:v>2.4141414000000001</c:v>
                </c:pt>
                <c:pt idx="10">
                  <c:v>2.5728643</c:v>
                </c:pt>
                <c:pt idx="11">
                  <c:v>2.6622073999999998</c:v>
                </c:pt>
                <c:pt idx="12">
                  <c:v>2.7192981999999999</c:v>
                </c:pt>
                <c:pt idx="13">
                  <c:v>2.7575150000000002</c:v>
                </c:pt>
                <c:pt idx="14">
                  <c:v>2.7929883000000002</c:v>
                </c:pt>
                <c:pt idx="15">
                  <c:v>2.8168812999999999</c:v>
                </c:pt>
                <c:pt idx="16">
                  <c:v>2.8448060000000002</c:v>
                </c:pt>
                <c:pt idx="17">
                  <c:v>2.8654060000000001</c:v>
                </c:pt>
                <c:pt idx="18">
                  <c:v>2.8798799000000002</c:v>
                </c:pt>
                <c:pt idx="19">
                  <c:v>2.9869935000000001</c:v>
                </c:pt>
                <c:pt idx="20">
                  <c:v>3.0456818999999999</c:v>
                </c:pt>
                <c:pt idx="21">
                  <c:v>3.0847712</c:v>
                </c:pt>
                <c:pt idx="22">
                  <c:v>3.1140227999999999</c:v>
                </c:pt>
                <c:pt idx="23">
                  <c:v>3.1368561000000001</c:v>
                </c:pt>
                <c:pt idx="24">
                  <c:v>3.1561651999999998</c:v>
                </c:pt>
                <c:pt idx="25">
                  <c:v>3.1723965000000001</c:v>
                </c:pt>
                <c:pt idx="26">
                  <c:v>3.1867985000000001</c:v>
                </c:pt>
                <c:pt idx="27">
                  <c:v>3.1988199000000002</c:v>
                </c:pt>
                <c:pt idx="28">
                  <c:v>3.2768138000000002</c:v>
                </c:pt>
                <c:pt idx="29">
                  <c:v>3.3194773</c:v>
                </c:pt>
                <c:pt idx="30">
                  <c:v>3.3486837</c:v>
                </c:pt>
                <c:pt idx="31">
                  <c:v>3.3706673999999999</c:v>
                </c:pt>
                <c:pt idx="32">
                  <c:v>3.3883898000000001</c:v>
                </c:pt>
                <c:pt idx="33">
                  <c:v>3.4030914999999999</c:v>
                </c:pt>
                <c:pt idx="34">
                  <c:v>3.4155926999999999</c:v>
                </c:pt>
                <c:pt idx="35">
                  <c:v>3.4265381000000001</c:v>
                </c:pt>
                <c:pt idx="36">
                  <c:v>3.4361744000000001</c:v>
                </c:pt>
                <c:pt idx="37">
                  <c:v>3.4975125</c:v>
                </c:pt>
                <c:pt idx="38">
                  <c:v>3.5316817999999999</c:v>
                </c:pt>
                <c:pt idx="39">
                  <c:v>3.5551989000000002</c:v>
                </c:pt>
                <c:pt idx="40">
                  <c:v>3.5730691000000001</c:v>
                </c:pt>
                <c:pt idx="41">
                  <c:v>3.5874476</c:v>
                </c:pt>
                <c:pt idx="42">
                  <c:v>3.5994223000000001</c:v>
                </c:pt>
                <c:pt idx="43">
                  <c:v>3.6096895</c:v>
                </c:pt>
                <c:pt idx="44">
                  <c:v>3.6186596</c:v>
                </c:pt>
                <c:pt idx="45">
                  <c:v>3.6266226000000001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1B8-4C25-9590-6078FAEA2D72}"/>
            </c:ext>
          </c:extLst>
        </c:ser>
        <c:ser>
          <c:idx val="1"/>
          <c:order val="1"/>
          <c:tx>
            <c:v>ln(ln(n))+1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Sheet2!$A$3:$A$48</c:f>
              <c:numCache>
                <c:formatCode>#,##0</c:formatCode>
                <c:ptCount val="4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  <c:pt idx="10">
                  <c:v>200</c:v>
                </c:pt>
                <c:pt idx="11">
                  <c:v>300</c:v>
                </c:pt>
                <c:pt idx="12">
                  <c:v>400</c:v>
                </c:pt>
                <c:pt idx="13">
                  <c:v>500</c:v>
                </c:pt>
                <c:pt idx="14">
                  <c:v>600</c:v>
                </c:pt>
                <c:pt idx="15">
                  <c:v>700</c:v>
                </c:pt>
                <c:pt idx="16">
                  <c:v>800</c:v>
                </c:pt>
                <c:pt idx="17">
                  <c:v>900</c:v>
                </c:pt>
                <c:pt idx="18">
                  <c:v>1000</c:v>
                </c:pt>
                <c:pt idx="19">
                  <c:v>2000</c:v>
                </c:pt>
                <c:pt idx="20">
                  <c:v>3000</c:v>
                </c:pt>
                <c:pt idx="21">
                  <c:v>4000</c:v>
                </c:pt>
                <c:pt idx="22">
                  <c:v>5000</c:v>
                </c:pt>
                <c:pt idx="23">
                  <c:v>6000</c:v>
                </c:pt>
                <c:pt idx="24">
                  <c:v>7000</c:v>
                </c:pt>
                <c:pt idx="25">
                  <c:v>8000</c:v>
                </c:pt>
                <c:pt idx="26">
                  <c:v>9000</c:v>
                </c:pt>
                <c:pt idx="27">
                  <c:v>10000</c:v>
                </c:pt>
                <c:pt idx="28">
                  <c:v>20000</c:v>
                </c:pt>
                <c:pt idx="29">
                  <c:v>30000</c:v>
                </c:pt>
                <c:pt idx="30">
                  <c:v>40000</c:v>
                </c:pt>
                <c:pt idx="31">
                  <c:v>50000</c:v>
                </c:pt>
                <c:pt idx="32">
                  <c:v>60000</c:v>
                </c:pt>
                <c:pt idx="33">
                  <c:v>70000</c:v>
                </c:pt>
                <c:pt idx="34">
                  <c:v>80000</c:v>
                </c:pt>
                <c:pt idx="35">
                  <c:v>90000</c:v>
                </c:pt>
                <c:pt idx="36">
                  <c:v>100000</c:v>
                </c:pt>
                <c:pt idx="37">
                  <c:v>200000</c:v>
                </c:pt>
                <c:pt idx="38">
                  <c:v>300000</c:v>
                </c:pt>
                <c:pt idx="39">
                  <c:v>400000</c:v>
                </c:pt>
                <c:pt idx="40">
                  <c:v>500000</c:v>
                </c:pt>
                <c:pt idx="41">
                  <c:v>600000</c:v>
                </c:pt>
                <c:pt idx="42">
                  <c:v>700000</c:v>
                </c:pt>
                <c:pt idx="43">
                  <c:v>800000</c:v>
                </c:pt>
                <c:pt idx="44">
                  <c:v>900000</c:v>
                </c:pt>
                <c:pt idx="45">
                  <c:v>1000000</c:v>
                </c:pt>
              </c:numCache>
            </c:numRef>
          </c:xVal>
          <c:yVal>
            <c:numRef>
              <c:f>Sheet2!$G$3:$G$48</c:f>
              <c:numCache>
                <c:formatCode>0.00000</c:formatCode>
                <c:ptCount val="46"/>
                <c:pt idx="0">
                  <c:v>1.8340324452479559</c:v>
                </c:pt>
                <c:pt idx="1">
                  <c:v>2.0971887003649488</c:v>
                </c:pt>
                <c:pt idx="2">
                  <c:v>2.2241275407015419</c:v>
                </c:pt>
                <c:pt idx="3">
                  <c:v>2.3053227409632369</c:v>
                </c:pt>
                <c:pt idx="4">
                  <c:v>2.3640546328884455</c:v>
                </c:pt>
                <c:pt idx="5">
                  <c:v>2.4096066464289523</c:v>
                </c:pt>
                <c:pt idx="6">
                  <c:v>2.4465648595477707</c:v>
                </c:pt>
                <c:pt idx="7">
                  <c:v>2.4775113193551404</c:v>
                </c:pt>
                <c:pt idx="8">
                  <c:v>2.5040351003996317</c:v>
                </c:pt>
                <c:pt idx="9">
                  <c:v>2.5271796258079009</c:v>
                </c:pt>
                <c:pt idx="10">
                  <c:v>2.6673892921414595</c:v>
                </c:pt>
                <c:pt idx="11">
                  <c:v>2.7411295468056078</c:v>
                </c:pt>
                <c:pt idx="12">
                  <c:v>2.7903358809248937</c:v>
                </c:pt>
                <c:pt idx="13">
                  <c:v>2.8269026656007323</c:v>
                </c:pt>
                <c:pt idx="14">
                  <c:v>2.8558181338804394</c:v>
                </c:pt>
                <c:pt idx="15">
                  <c:v>2.8796299726944552</c:v>
                </c:pt>
                <c:pt idx="16">
                  <c:v>2.8998081277404202</c:v>
                </c:pt>
                <c:pt idx="17">
                  <c:v>2.9172747212614869</c:v>
                </c:pt>
                <c:pt idx="18">
                  <c:v>2.9326447339160655</c:v>
                </c:pt>
                <c:pt idx="19">
                  <c:v>3.0282669849192843</c:v>
                </c:pt>
                <c:pt idx="20">
                  <c:v>3.0802371710391188</c:v>
                </c:pt>
                <c:pt idx="21">
                  <c:v>3.1155383468680138</c:v>
                </c:pt>
                <c:pt idx="22">
                  <c:v>3.1420868489375264</c:v>
                </c:pt>
                <c:pt idx="23">
                  <c:v>3.1632672480372013</c:v>
                </c:pt>
                <c:pt idx="24">
                  <c:v>3.1808315459336161</c:v>
                </c:pt>
                <c:pt idx="25">
                  <c:v>3.1958009890330583</c:v>
                </c:pt>
                <c:pt idx="26">
                  <c:v>3.2088215008013257</c:v>
                </c:pt>
                <c:pt idx="27">
                  <c:v>3.2203268063678463</c:v>
                </c:pt>
                <c:pt idx="28">
                  <c:v>3.2928869731391588</c:v>
                </c:pt>
                <c:pt idx="29">
                  <c:v>3.3330127080622156</c:v>
                </c:pt>
                <c:pt idx="30">
                  <c:v>3.3605364727014044</c:v>
                </c:pt>
                <c:pt idx="31">
                  <c:v>3.381375781933921</c:v>
                </c:pt>
                <c:pt idx="32">
                  <c:v>3.398086149235235</c:v>
                </c:pt>
                <c:pt idx="33">
                  <c:v>3.4119999256830145</c:v>
                </c:pt>
                <c:pt idx="34">
                  <c:v>3.4238980612040533</c:v>
                </c:pt>
                <c:pt idx="35">
                  <c:v>3.4342767273655532</c:v>
                </c:pt>
                <c:pt idx="36">
                  <c:v>3.443470357682056</c:v>
                </c:pt>
                <c:pt idx="37">
                  <c:v>3.5019335857292173</c:v>
                </c:pt>
                <c:pt idx="38">
                  <c:v>3.5346120896979718</c:v>
                </c:pt>
                <c:pt idx="39">
                  <c:v>3.5571668309410573</c:v>
                </c:pt>
                <c:pt idx="40">
                  <c:v>3.5743179027663876</c:v>
                </c:pt>
                <c:pt idx="41">
                  <c:v>3.5881162238935986</c:v>
                </c:pt>
                <c:pt idx="42">
                  <c:v>3.5996358133442783</c:v>
                </c:pt>
                <c:pt idx="43">
                  <c:v>3.6095083856715187</c:v>
                </c:pt>
                <c:pt idx="44">
                  <c:v>3.6181364375191847</c:v>
                </c:pt>
                <c:pt idx="45">
                  <c:v>3.6257919144760109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1B8-4C25-9590-6078FAEA2D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884527"/>
        <c:axId val="98885487"/>
      </c:scatterChart>
      <c:valAx>
        <c:axId val="98884527"/>
        <c:scaling>
          <c:logBase val="10"/>
          <c:orientation val="minMax"/>
          <c:max val="1000000"/>
          <c:min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85487"/>
        <c:crosses val="autoZero"/>
        <c:crossBetween val="midCat"/>
      </c:valAx>
      <c:valAx>
        <c:axId val="98885487"/>
        <c:scaling>
          <c:orientation val="minMax"/>
          <c:min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845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Distinct primes vs. ln(ln(n))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ln(ln(n))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Sheet1!$E$2:$E$65</c:f>
              <c:numCache>
                <c:formatCode>General</c:formatCode>
                <c:ptCount val="64"/>
                <c:pt idx="0">
                  <c:v>1.71</c:v>
                </c:pt>
                <c:pt idx="1">
                  <c:v>1.845</c:v>
                </c:pt>
                <c:pt idx="2">
                  <c:v>1.9266669999999999</c:v>
                </c:pt>
                <c:pt idx="3">
                  <c:v>1.9750000000000001</c:v>
                </c:pt>
                <c:pt idx="4">
                  <c:v>2.016</c:v>
                </c:pt>
                <c:pt idx="5">
                  <c:v>2.0466669999999998</c:v>
                </c:pt>
                <c:pt idx="6">
                  <c:v>2.0714290000000002</c:v>
                </c:pt>
                <c:pt idx="7">
                  <c:v>2.0924999999999998</c:v>
                </c:pt>
                <c:pt idx="8">
                  <c:v>2.11</c:v>
                </c:pt>
                <c:pt idx="9">
                  <c:v>2.1259999999999999</c:v>
                </c:pt>
                <c:pt idx="10">
                  <c:v>2.2269999999999999</c:v>
                </c:pt>
                <c:pt idx="11">
                  <c:v>2.282</c:v>
                </c:pt>
                <c:pt idx="12">
                  <c:v>2.3195000000000001</c:v>
                </c:pt>
                <c:pt idx="13">
                  <c:v>2.3475999999999999</c:v>
                </c:pt>
                <c:pt idx="14">
                  <c:v>2.37</c:v>
                </c:pt>
                <c:pt idx="15">
                  <c:v>2.3881429999999999</c:v>
                </c:pt>
                <c:pt idx="16">
                  <c:v>2.4042500000000002</c:v>
                </c:pt>
                <c:pt idx="17">
                  <c:v>2.4180000000000001</c:v>
                </c:pt>
                <c:pt idx="18">
                  <c:v>2.4300000000000002</c:v>
                </c:pt>
                <c:pt idx="19">
                  <c:v>2.5063</c:v>
                </c:pt>
                <c:pt idx="20">
                  <c:v>2.5485000000000002</c:v>
                </c:pt>
                <c:pt idx="21">
                  <c:v>2.5772499999999998</c:v>
                </c:pt>
                <c:pt idx="22">
                  <c:v>2.5990799999999998</c:v>
                </c:pt>
                <c:pt idx="23">
                  <c:v>2.6165829999999999</c:v>
                </c:pt>
                <c:pt idx="24">
                  <c:v>2.6311710000000001</c:v>
                </c:pt>
                <c:pt idx="25">
                  <c:v>2.6435369999999998</c:v>
                </c:pt>
                <c:pt idx="26">
                  <c:v>2.6544560000000001</c:v>
                </c:pt>
                <c:pt idx="27">
                  <c:v>2.6640000000000001</c:v>
                </c:pt>
                <c:pt idx="28">
                  <c:v>2.72498</c:v>
                </c:pt>
                <c:pt idx="29">
                  <c:v>2.7590300000000001</c:v>
                </c:pt>
                <c:pt idx="30">
                  <c:v>2.7824529999999998</c:v>
                </c:pt>
                <c:pt idx="31">
                  <c:v>2.8002799999999999</c:v>
                </c:pt>
                <c:pt idx="32">
                  <c:v>2.8146200000000001</c:v>
                </c:pt>
                <c:pt idx="33">
                  <c:v>2.8265799999999999</c:v>
                </c:pt>
                <c:pt idx="34">
                  <c:v>2.836811</c:v>
                </c:pt>
                <c:pt idx="35">
                  <c:v>2.8457680000000001</c:v>
                </c:pt>
                <c:pt idx="36">
                  <c:v>2.8537080000000001</c:v>
                </c:pt>
                <c:pt idx="37">
                  <c:v>2.9043999999999999</c:v>
                </c:pt>
                <c:pt idx="38">
                  <c:v>2.932903</c:v>
                </c:pt>
                <c:pt idx="39">
                  <c:v>2.952645</c:v>
                </c:pt>
                <c:pt idx="40">
                  <c:v>2.9676849999999999</c:v>
                </c:pt>
                <c:pt idx="41">
                  <c:v>2.9798179999999999</c:v>
                </c:pt>
                <c:pt idx="42">
                  <c:v>2.989957</c:v>
                </c:pt>
                <c:pt idx="43">
                  <c:v>2.998659</c:v>
                </c:pt>
                <c:pt idx="44">
                  <c:v>3.0062690000000001</c:v>
                </c:pt>
                <c:pt idx="45">
                  <c:v>3.0130319999999999</c:v>
                </c:pt>
                <c:pt idx="46">
                  <c:v>3.0564019999999998</c:v>
                </c:pt>
                <c:pt idx="47">
                  <c:v>3.0809229999999999</c:v>
                </c:pt>
                <c:pt idx="48">
                  <c:v>3.097963</c:v>
                </c:pt>
                <c:pt idx="49">
                  <c:v>3.1109819999999999</c:v>
                </c:pt>
                <c:pt idx="50">
                  <c:v>3.1214949999999999</c:v>
                </c:pt>
                <c:pt idx="51">
                  <c:v>3.1302979999999998</c:v>
                </c:pt>
                <c:pt idx="52">
                  <c:v>3.137861</c:v>
                </c:pt>
                <c:pt idx="53">
                  <c:v>3.144485</c:v>
                </c:pt>
                <c:pt idx="54">
                  <c:v>3.1503730000000001</c:v>
                </c:pt>
                <c:pt idx="55">
                  <c:v>3.1882670000000002</c:v>
                </c:pt>
                <c:pt idx="56">
                  <c:v>3.2097829999999998</c:v>
                </c:pt>
                <c:pt idx="57">
                  <c:v>3.2247729999999999</c:v>
                </c:pt>
                <c:pt idx="58">
                  <c:v>3.236246</c:v>
                </c:pt>
                <c:pt idx="59">
                  <c:v>3.2455240000000001</c:v>
                </c:pt>
                <c:pt idx="60">
                  <c:v>3.2533020000000001</c:v>
                </c:pt>
                <c:pt idx="61">
                  <c:v>3.2599900000000002</c:v>
                </c:pt>
                <c:pt idx="62">
                  <c:v>3.2658529999999999</c:v>
                </c:pt>
                <c:pt idx="63">
                  <c:v>3.2710680000000001</c:v>
                </c:pt>
              </c:numCache>
            </c:numRef>
          </c:xVal>
          <c:yVal>
            <c:numRef>
              <c:f>Sheet1!$F$2:$F$65</c:f>
              <c:numCache>
                <c:formatCode>General</c:formatCode>
                <c:ptCount val="64"/>
                <c:pt idx="0">
                  <c:v>1.52718</c:v>
                </c:pt>
                <c:pt idx="1">
                  <c:v>1.667389</c:v>
                </c:pt>
                <c:pt idx="2">
                  <c:v>1.7411300000000001</c:v>
                </c:pt>
                <c:pt idx="3">
                  <c:v>1.7903359999999999</c:v>
                </c:pt>
                <c:pt idx="4">
                  <c:v>1.8269029999999999</c:v>
                </c:pt>
                <c:pt idx="5">
                  <c:v>1.855818</c:v>
                </c:pt>
                <c:pt idx="6">
                  <c:v>1.8796299999999999</c:v>
                </c:pt>
                <c:pt idx="7">
                  <c:v>1.8998079999999999</c:v>
                </c:pt>
                <c:pt idx="8">
                  <c:v>1.9172750000000001</c:v>
                </c:pt>
                <c:pt idx="9">
                  <c:v>1.9326449999999999</c:v>
                </c:pt>
                <c:pt idx="10">
                  <c:v>2.028267</c:v>
                </c:pt>
                <c:pt idx="11">
                  <c:v>2.0802369999999999</c:v>
                </c:pt>
                <c:pt idx="12">
                  <c:v>2.1155379999999999</c:v>
                </c:pt>
                <c:pt idx="13">
                  <c:v>2.1420870000000001</c:v>
                </c:pt>
                <c:pt idx="14">
                  <c:v>2.1632669999999998</c:v>
                </c:pt>
                <c:pt idx="15">
                  <c:v>2.1808320000000001</c:v>
                </c:pt>
                <c:pt idx="16">
                  <c:v>2.1958009999999999</c:v>
                </c:pt>
                <c:pt idx="17">
                  <c:v>2.2088220000000001</c:v>
                </c:pt>
                <c:pt idx="18">
                  <c:v>2.2203270000000002</c:v>
                </c:pt>
                <c:pt idx="19">
                  <c:v>2.2928869999999999</c:v>
                </c:pt>
                <c:pt idx="20">
                  <c:v>2.3330129999999998</c:v>
                </c:pt>
                <c:pt idx="21">
                  <c:v>2.3605360000000002</c:v>
                </c:pt>
                <c:pt idx="22">
                  <c:v>2.3813759999999999</c:v>
                </c:pt>
                <c:pt idx="23">
                  <c:v>2.3980860000000002</c:v>
                </c:pt>
                <c:pt idx="24">
                  <c:v>2.4119999999999999</c:v>
                </c:pt>
                <c:pt idx="25">
                  <c:v>2.4238979999999999</c:v>
                </c:pt>
                <c:pt idx="26">
                  <c:v>2.4342769999999998</c:v>
                </c:pt>
                <c:pt idx="27">
                  <c:v>2.44347</c:v>
                </c:pt>
                <c:pt idx="28">
                  <c:v>2.5019339999999999</c:v>
                </c:pt>
                <c:pt idx="29">
                  <c:v>2.5346120000000001</c:v>
                </c:pt>
                <c:pt idx="30">
                  <c:v>2.5571670000000002</c:v>
                </c:pt>
                <c:pt idx="31">
                  <c:v>2.5743179999999999</c:v>
                </c:pt>
                <c:pt idx="32">
                  <c:v>2.5881159999999999</c:v>
                </c:pt>
                <c:pt idx="33">
                  <c:v>2.5996359999999998</c:v>
                </c:pt>
                <c:pt idx="34">
                  <c:v>2.6095079999999999</c:v>
                </c:pt>
                <c:pt idx="35">
                  <c:v>2.6181359999999998</c:v>
                </c:pt>
                <c:pt idx="36">
                  <c:v>2.6257920000000001</c:v>
                </c:pt>
                <c:pt idx="37">
                  <c:v>2.6747459999999998</c:v>
                </c:pt>
                <c:pt idx="38">
                  <c:v>2.7023090000000001</c:v>
                </c:pt>
                <c:pt idx="39">
                  <c:v>2.7214140000000002</c:v>
                </c:pt>
                <c:pt idx="40">
                  <c:v>2.735986</c:v>
                </c:pt>
                <c:pt idx="41">
                  <c:v>2.7477369999999999</c:v>
                </c:pt>
                <c:pt idx="42">
                  <c:v>2.757565</c:v>
                </c:pt>
                <c:pt idx="43">
                  <c:v>2.7660019999999998</c:v>
                </c:pt>
                <c:pt idx="44">
                  <c:v>2.7733840000000001</c:v>
                </c:pt>
                <c:pt idx="45">
                  <c:v>2.7799429999999998</c:v>
                </c:pt>
                <c:pt idx="46">
                  <c:v>2.8220480000000001</c:v>
                </c:pt>
                <c:pt idx="47">
                  <c:v>2.8458800000000002</c:v>
                </c:pt>
                <c:pt idx="48">
                  <c:v>2.8624520000000002</c:v>
                </c:pt>
                <c:pt idx="49">
                  <c:v>2.8751190000000002</c:v>
                </c:pt>
                <c:pt idx="50">
                  <c:v>2.885351</c:v>
                </c:pt>
                <c:pt idx="51">
                  <c:v>2.8939210000000002</c:v>
                </c:pt>
                <c:pt idx="52">
                  <c:v>2.9012859999999998</c:v>
                </c:pt>
                <c:pt idx="53">
                  <c:v>2.9077380000000002</c:v>
                </c:pt>
                <c:pt idx="54">
                  <c:v>2.9134739999999999</c:v>
                </c:pt>
                <c:pt idx="55">
                  <c:v>2.950412</c:v>
                </c:pt>
                <c:pt idx="56">
                  <c:v>2.971403</c:v>
                </c:pt>
                <c:pt idx="57">
                  <c:v>2.9860340000000001</c:v>
                </c:pt>
                <c:pt idx="58">
                  <c:v>2.9972370000000002</c:v>
                </c:pt>
                <c:pt idx="59">
                  <c:v>3.0062980000000001</c:v>
                </c:pt>
                <c:pt idx="60">
                  <c:v>3.0138959999999999</c:v>
                </c:pt>
                <c:pt idx="61">
                  <c:v>3.0204309999999999</c:v>
                </c:pt>
                <c:pt idx="62">
                  <c:v>3.02616</c:v>
                </c:pt>
                <c:pt idx="63">
                  <c:v>3.0312570000000001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159-487E-AE77-281778B588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66229120"/>
        <c:axId val="266230560"/>
      </c:scatterChart>
      <c:valAx>
        <c:axId val="266229120"/>
        <c:scaling>
          <c:orientation val="minMax"/>
          <c:min val="1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6230560"/>
        <c:crosses val="autoZero"/>
        <c:crossBetween val="midCat"/>
      </c:valAx>
      <c:valAx>
        <c:axId val="266230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62291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7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999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35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9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3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02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1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5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36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96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2905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38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3118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86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29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0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F94E2-EC4F-42FB-B47B-0FA055D7164F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DD153EE-B61C-429B-8258-CF158D272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9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ion resting in his throne">
            <a:extLst>
              <a:ext uri="{FF2B5EF4-FFF2-40B4-BE49-F238E27FC236}">
                <a16:creationId xmlns:a16="http://schemas.microsoft.com/office/drawing/2014/main" id="{75587136-9453-4195-3613-FC9273110C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67" r="35708" b="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84FD3A-BC0A-3BA4-E946-B4F39E040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563" y="1678665"/>
            <a:ext cx="3887839" cy="2372168"/>
          </a:xfrm>
        </p:spPr>
        <p:txBody>
          <a:bodyPr>
            <a:normAutofit/>
          </a:bodyPr>
          <a:lstStyle/>
          <a:p>
            <a:r>
              <a:rPr lang="en-US"/>
              <a:t>Daniel’s Average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BAFADD1E-32A8-BE7D-6D45-323DA746E53C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380563" y="4050833"/>
                <a:ext cx="3893440" cy="109689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/>
                  <a:t> - A Mathematical </a:t>
                </a:r>
                <a:r>
                  <a:rPr lang="en-US" strike="sngStrike"/>
                  <a:t>Journey</a:t>
                </a:r>
              </a:p>
              <a:p>
                <a:r>
                  <a:rPr lang="en-US"/>
                  <a:t>Rabbit Hole</a:t>
                </a: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BAFADD1E-32A8-BE7D-6D45-323DA746E5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380563" y="4050833"/>
                <a:ext cx="3893440" cy="1096899"/>
              </a:xfrm>
              <a:blipFill>
                <a:blip r:embed="rId3"/>
                <a:stretch>
                  <a:fillRect t="-3911" r="-14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882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BABF-7438-B2D6-7978-D8635F51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58BD-6838-98AA-BA49-55BA47F5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53285-2548-0F11-6199-92E79E70AD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41715"/>
                <a:ext cx="8596668" cy="4299648"/>
              </a:xfrm>
            </p:spPr>
            <p:txBody>
              <a:bodyPr/>
              <a:lstStyle/>
              <a:p>
                <a:r>
                  <a:rPr lang="en-US"/>
                  <a:t>What’s the average number of prime factors for numbers up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aseline="0"/>
                  <a:t>?</a:t>
                </a:r>
              </a:p>
              <a:p>
                <a:r>
                  <a:rPr lang="en-US" baseline="0"/>
                  <a:t>Is there a limit</a:t>
                </a:r>
                <a:r>
                  <a:rPr lang="en-US"/>
                  <a:t> or does it grow without bound?</a:t>
                </a:r>
              </a:p>
              <a:p>
                <a:endParaRPr lang="en-US" baseline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53285-2548-0F11-6199-92E79E70AD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41715"/>
                <a:ext cx="8596668" cy="4299648"/>
              </a:xfrm>
              <a:blipFill>
                <a:blip r:embed="rId2"/>
                <a:stretch>
                  <a:fillRect l="-284" t="-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3850F00-0470-ACBF-B19D-A84401EE42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3066534"/>
                  </p:ext>
                </p:extLst>
              </p:nvPr>
            </p:nvGraphicFramePr>
            <p:xfrm>
              <a:off x="1019628" y="2703803"/>
              <a:ext cx="812800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78482945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68205221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4450732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868082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571364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Number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Factorization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# factors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Average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61414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7344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030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2×2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1.333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318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1.250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529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2×3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1.200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37743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1.333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64538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2×2×2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1.571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2133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3×3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1.625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53995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3850F00-0470-ACBF-B19D-A84401EE42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3066534"/>
                  </p:ext>
                </p:extLst>
              </p:nvPr>
            </p:nvGraphicFramePr>
            <p:xfrm>
              <a:off x="1019628" y="2703803"/>
              <a:ext cx="812800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78482945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68205221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4450732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868082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571364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Number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Factorization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# factors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Average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61414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109836" r="-401124" b="-7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109836" r="-301124" b="-7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67344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209836" r="-401124" b="-6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209836" r="-301124" b="-6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030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309836" r="-401124" b="-5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309836" r="-301124" b="-5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1.333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318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409836" r="-401124" b="-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409836" r="-301124" b="-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1.250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529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509836" r="-401124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509836" r="-301124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1.200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37743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609836" r="-401124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609836" r="-301124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1.333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64538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709836" r="-401124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709836" r="-301124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1.571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2133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809836" r="-401124" b="-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809836" r="-301124" b="-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1.625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53995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5653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47075-5DFE-7304-DB41-6FB2742AF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it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24040-2C68-E85E-4218-979EBB596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9773"/>
            <a:ext cx="8596668" cy="4561590"/>
          </a:xfrm>
        </p:spPr>
        <p:txBody>
          <a:bodyPr/>
          <a:lstStyle/>
          <a:p>
            <a:r>
              <a:rPr lang="en-US"/>
              <a:t>Python results…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A57EA70-70EF-ACF6-584E-C79C2A4F4B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63883"/>
                  </p:ext>
                </p:extLst>
              </p:nvPr>
            </p:nvGraphicFramePr>
            <p:xfrm>
              <a:off x="1283040" y="1930400"/>
              <a:ext cx="2820874" cy="3843342"/>
            </p:xfrm>
            <a:graphic>
              <a:graphicData uri="http://schemas.openxmlformats.org/drawingml/2006/table">
                <a:tbl>
                  <a:tblPr firstRow="1" firstCol="1" bandRow="1">
                    <a:tableStyleId>{BC89EF96-8CEA-46FF-86C4-4CE0E7609802}</a:tableStyleId>
                  </a:tblPr>
                  <a:tblGrid>
                    <a:gridCol w="1393444">
                      <a:extLst>
                        <a:ext uri="{9D8B030D-6E8A-4147-A177-3AD203B41FA5}">
                          <a16:colId xmlns:a16="http://schemas.microsoft.com/office/drawing/2014/main" val="940200195"/>
                        </a:ext>
                      </a:extLst>
                    </a:gridCol>
                    <a:gridCol w="1427430">
                      <a:extLst>
                        <a:ext uri="{9D8B030D-6E8A-4147-A177-3AD203B41FA5}">
                          <a16:colId xmlns:a16="http://schemas.microsoft.com/office/drawing/2014/main" val="2221099917"/>
                        </a:ext>
                      </a:extLst>
                    </a:gridCol>
                  </a:tblGrid>
                  <a:tr h="348082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600" b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b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208344840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1.6666667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082012390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20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1.9944598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338169679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30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2.1046374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188776033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40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2.2090730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74661100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50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2.2490629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313146459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60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2.2924447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5621470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70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2.3377441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704850978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80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2.3714149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746036182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90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2.3974246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210284432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2.4141414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0939626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A57EA70-70EF-ACF6-584E-C79C2A4F4B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63883"/>
                  </p:ext>
                </p:extLst>
              </p:nvPr>
            </p:nvGraphicFramePr>
            <p:xfrm>
              <a:off x="1283040" y="1930400"/>
              <a:ext cx="2820874" cy="3843342"/>
            </p:xfrm>
            <a:graphic>
              <a:graphicData uri="http://schemas.openxmlformats.org/drawingml/2006/table">
                <a:tbl>
                  <a:tblPr firstRow="1" firstCol="1" bandRow="1">
                    <a:tableStyleId>{BC89EF96-8CEA-46FF-86C4-4CE0E7609802}</a:tableStyleId>
                  </a:tblPr>
                  <a:tblGrid>
                    <a:gridCol w="1393444">
                      <a:extLst>
                        <a:ext uri="{9D8B030D-6E8A-4147-A177-3AD203B41FA5}">
                          <a16:colId xmlns:a16="http://schemas.microsoft.com/office/drawing/2014/main" val="940200195"/>
                        </a:ext>
                      </a:extLst>
                    </a:gridCol>
                    <a:gridCol w="1427430">
                      <a:extLst>
                        <a:ext uri="{9D8B030D-6E8A-4147-A177-3AD203B41FA5}">
                          <a16:colId xmlns:a16="http://schemas.microsoft.com/office/drawing/2014/main" val="2221099917"/>
                        </a:ext>
                      </a:extLst>
                    </a:gridCol>
                  </a:tblGrid>
                  <a:tr h="3625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2"/>
                          <a:stretch>
                            <a:fillRect l="-437" t="-1667" r="-103930" b="-9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2"/>
                          <a:stretch>
                            <a:fillRect l="-97872" t="-1667" r="-1277" b="-98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8344840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1.6666667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082012390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20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1.9944598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338169679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30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2.1046374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188776033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40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2.2090730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74661100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50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2.2490629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313146459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60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2.2924447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5621470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70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2.3377441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704850978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80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2.3714149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746036182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90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2.3974246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210284432"/>
                      </a:ext>
                    </a:extLst>
                  </a:tr>
                  <a:tr h="34808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2.4141414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0939626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14E5F9E-ED70-0A6C-BDB0-D8194CEC14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8856741"/>
                  </p:ext>
                </p:extLst>
              </p:nvPr>
            </p:nvGraphicFramePr>
            <p:xfrm>
              <a:off x="4298382" y="1930400"/>
              <a:ext cx="2229152" cy="3856472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1101148">
                      <a:extLst>
                        <a:ext uri="{9D8B030D-6E8A-4147-A177-3AD203B41FA5}">
                          <a16:colId xmlns:a16="http://schemas.microsoft.com/office/drawing/2014/main" val="21537770"/>
                        </a:ext>
                      </a:extLst>
                    </a:gridCol>
                    <a:gridCol w="1128004">
                      <a:extLst>
                        <a:ext uri="{9D8B030D-6E8A-4147-A177-3AD203B41FA5}">
                          <a16:colId xmlns:a16="http://schemas.microsoft.com/office/drawing/2014/main" val="1095410888"/>
                        </a:ext>
                      </a:extLst>
                    </a:gridCol>
                  </a:tblGrid>
                  <a:tr h="349395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 b="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600" b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b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0" kern="100">
                            <a:solidFill>
                              <a:schemeClr val="tx1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3385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2.87988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851733094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2,000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2.98700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537875048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3,000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3.04568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796820277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4,000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3.08477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758411339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5,000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3.11402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716437789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6,000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3.13686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007372304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7,000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3.15617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209734636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8,000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3.17240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666986727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9,000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3.18680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482077577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3.19882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1713754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14E5F9E-ED70-0A6C-BDB0-D8194CEC14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8856741"/>
                  </p:ext>
                </p:extLst>
              </p:nvPr>
            </p:nvGraphicFramePr>
            <p:xfrm>
              <a:off x="4298382" y="1930400"/>
              <a:ext cx="2229152" cy="3856472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1101148">
                      <a:extLst>
                        <a:ext uri="{9D8B030D-6E8A-4147-A177-3AD203B41FA5}">
                          <a16:colId xmlns:a16="http://schemas.microsoft.com/office/drawing/2014/main" val="21537770"/>
                        </a:ext>
                      </a:extLst>
                    </a:gridCol>
                    <a:gridCol w="1128004">
                      <a:extLst>
                        <a:ext uri="{9D8B030D-6E8A-4147-A177-3AD203B41FA5}">
                          <a16:colId xmlns:a16="http://schemas.microsoft.com/office/drawing/2014/main" val="1095410888"/>
                        </a:ext>
                      </a:extLst>
                    </a:gridCol>
                  </a:tblGrid>
                  <a:tr h="3625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3"/>
                          <a:stretch>
                            <a:fillRect l="-552" t="-1667" r="-103315" b="-98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3"/>
                          <a:stretch>
                            <a:fillRect l="-98378" t="-1667" r="-1081" b="-98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383385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2.87988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851733094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2,000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2.98700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537875048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3,000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3.04568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796820277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4,000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3.08477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758411339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5,000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3.11402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716437789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6,000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3.13686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007372304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7,000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3.15617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209734636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8,000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3.17240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666986727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9,000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3.18680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482077577"/>
                      </a:ext>
                    </a:extLst>
                  </a:tr>
                  <a:tr h="34939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3.19882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1713754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D6B96AD-7AA4-C4A2-D097-7B263C669D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9695536"/>
                  </p:ext>
                </p:extLst>
              </p:nvPr>
            </p:nvGraphicFramePr>
            <p:xfrm>
              <a:off x="6722002" y="1932886"/>
              <a:ext cx="2900968" cy="3853986"/>
            </p:xfrm>
            <a:graphic>
              <a:graphicData uri="http://schemas.openxmlformats.org/drawingml/2006/table">
                <a:tbl>
                  <a:tblPr firstRow="1" firstCol="1" bandRow="1">
                    <a:tableStyleId>{BC89EF96-8CEA-46FF-86C4-4CE0E7609802}</a:tableStyleId>
                  </a:tblPr>
                  <a:tblGrid>
                    <a:gridCol w="1379482">
                      <a:extLst>
                        <a:ext uri="{9D8B030D-6E8A-4147-A177-3AD203B41FA5}">
                          <a16:colId xmlns:a16="http://schemas.microsoft.com/office/drawing/2014/main" val="4126096914"/>
                        </a:ext>
                      </a:extLst>
                    </a:gridCol>
                    <a:gridCol w="1521486">
                      <a:extLst>
                        <a:ext uri="{9D8B030D-6E8A-4147-A177-3AD203B41FA5}">
                          <a16:colId xmlns:a16="http://schemas.microsoft.com/office/drawing/2014/main" val="2003294426"/>
                        </a:ext>
                      </a:extLst>
                    </a:gridCol>
                  </a:tblGrid>
                  <a:tr h="373206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600" b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b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180102278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3.43617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64890142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200,000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3.49751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655568383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300,000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3.53168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381591956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400,000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3.55520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444781225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500,000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3.57307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507887490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600,000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3.58745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706866004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700,000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3.59942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4057990069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800,000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3.60969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35910997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900,000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3.61866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736595090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1,000,000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3.62662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9688373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D6B96AD-7AA4-C4A2-D097-7B263C669D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9695536"/>
                  </p:ext>
                </p:extLst>
              </p:nvPr>
            </p:nvGraphicFramePr>
            <p:xfrm>
              <a:off x="6722002" y="1932886"/>
              <a:ext cx="2900968" cy="3853986"/>
            </p:xfrm>
            <a:graphic>
              <a:graphicData uri="http://schemas.openxmlformats.org/drawingml/2006/table">
                <a:tbl>
                  <a:tblPr firstRow="1" firstCol="1" bandRow="1">
                    <a:tableStyleId>{BC89EF96-8CEA-46FF-86C4-4CE0E7609802}</a:tableStyleId>
                  </a:tblPr>
                  <a:tblGrid>
                    <a:gridCol w="1379482">
                      <a:extLst>
                        <a:ext uri="{9D8B030D-6E8A-4147-A177-3AD203B41FA5}">
                          <a16:colId xmlns:a16="http://schemas.microsoft.com/office/drawing/2014/main" val="4126096914"/>
                        </a:ext>
                      </a:extLst>
                    </a:gridCol>
                    <a:gridCol w="1521486">
                      <a:extLst>
                        <a:ext uri="{9D8B030D-6E8A-4147-A177-3AD203B41FA5}">
                          <a16:colId xmlns:a16="http://schemas.microsoft.com/office/drawing/2014/main" val="2003294426"/>
                        </a:ext>
                      </a:extLst>
                    </a:gridCol>
                  </a:tblGrid>
                  <a:tr h="3732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4"/>
                          <a:stretch>
                            <a:fillRect l="-441" t="-1639" r="-111454" b="-9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4"/>
                          <a:stretch>
                            <a:fillRect l="-91200" t="-1639" r="-1200" b="-9672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0102278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3.43617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64890142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200,000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3.49751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655568383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300,000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3.53168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381591956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400,000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3.55520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444781225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500,000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3.57307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507887490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600,000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3.58745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706866004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700,000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3.59942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4057990069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800,000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3.60969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35910997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900,000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3.61866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736595090"/>
                      </a:ext>
                    </a:extLst>
                  </a:tr>
                  <a:tr h="3480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>
                              <a:effectLst/>
                            </a:rPr>
                            <a:t>1,000,000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0" dirty="0">
                              <a:effectLst/>
                            </a:rPr>
                            <a:t>3.62662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39688373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53524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9D370-74A2-8CDD-2CCB-0DF1A8E3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6D1CC-1B25-2E3E-F34F-DC2F3BEF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Growing &amp; Slowing – so who wins?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B30C788-25E8-4B7C-9A16-ABCE08122E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4447507"/>
              </p:ext>
            </p:extLst>
          </p:nvPr>
        </p:nvGraphicFramePr>
        <p:xfrm>
          <a:off x="881743" y="1480456"/>
          <a:ext cx="6117772" cy="42696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794538">
                  <a:extLst>
                    <a:ext uri="{9D8B030D-6E8A-4147-A177-3AD203B41FA5}">
                      <a16:colId xmlns:a16="http://schemas.microsoft.com/office/drawing/2014/main" val="1938821676"/>
                    </a:ext>
                  </a:extLst>
                </a:gridCol>
                <a:gridCol w="3323234">
                  <a:extLst>
                    <a:ext uri="{9D8B030D-6E8A-4147-A177-3AD203B41FA5}">
                      <a16:colId xmlns:a16="http://schemas.microsoft.com/office/drawing/2014/main" val="2146790211"/>
                    </a:ext>
                  </a:extLst>
                </a:gridCol>
              </a:tblGrid>
              <a:tr h="4269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Daniel's Average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3700243"/>
                  </a:ext>
                </a:extLst>
              </a:tr>
              <a:tr h="4269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1.667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7120432"/>
                  </a:ext>
                </a:extLst>
              </a:tr>
              <a:tr h="4269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2.414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91221999"/>
                  </a:ext>
                </a:extLst>
              </a:tr>
              <a:tr h="4269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1,000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2.880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65128454"/>
                  </a:ext>
                </a:extLst>
              </a:tr>
              <a:tr h="4269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10,000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3.199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3881000"/>
                  </a:ext>
                </a:extLst>
              </a:tr>
              <a:tr h="4269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100,000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3.436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86019620"/>
                  </a:ext>
                </a:extLst>
              </a:tr>
              <a:tr h="4269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1,000,000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3.627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31861025"/>
                  </a:ext>
                </a:extLst>
              </a:tr>
              <a:tr h="4269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10,000,000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3.786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87791735"/>
                  </a:ext>
                </a:extLst>
              </a:tr>
              <a:tr h="4269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100,000,000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3.924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7012271"/>
                  </a:ext>
                </a:extLst>
              </a:tr>
              <a:tr h="4269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1,000,000,000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4.044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95347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94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44F8-B845-CA0D-9068-5EB5024A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AB29-1359-89F0-1AAB-901242C9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it look like?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16F21FD-C343-3A71-1105-060FE121F8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0337280"/>
              </p:ext>
            </p:extLst>
          </p:nvPr>
        </p:nvGraphicFramePr>
        <p:xfrm>
          <a:off x="805543" y="1458685"/>
          <a:ext cx="8828315" cy="413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96551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C2CEE-F557-B57A-00A8-CDE1C647C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0E5E-A295-A49E-3D29-174DC0A38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look like?  (On a log scale)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0763FB6-2659-2382-54C2-5DBAC4DE2964}"/>
              </a:ext>
            </a:extLst>
          </p:cNvPr>
          <p:cNvGraphicFramePr>
            <a:graphicFrameLocks/>
          </p:cNvGraphicFramePr>
          <p:nvPr/>
        </p:nvGraphicFramePr>
        <p:xfrm>
          <a:off x="805543" y="1458685"/>
          <a:ext cx="8828315" cy="413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59361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3C57-E62E-3564-6B2F-745DDB66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it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73903-C7DA-22F0-89C6-7B59497BB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5515"/>
            <a:ext cx="8596668" cy="4375848"/>
          </a:xfrm>
        </p:spPr>
        <p:txBody>
          <a:bodyPr/>
          <a:lstStyle/>
          <a:p>
            <a:r>
              <a:rPr lang="en-US"/>
              <a:t>Logarithmic??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466C022-470D-DBE6-9E97-395958308B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9922330"/>
              </p:ext>
            </p:extLst>
          </p:nvPr>
        </p:nvGraphicFramePr>
        <p:xfrm>
          <a:off x="3810000" y="1589315"/>
          <a:ext cx="5562600" cy="4452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34783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B65CA-08DB-C4FA-8369-E76E74F9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11B8A-AD20-A6FA-57F4-AA699EF5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Sidebar: What I could have done...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D3025BC-2260-7775-9449-8322F4568F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9911289"/>
              </p:ext>
            </p:extLst>
          </p:nvPr>
        </p:nvGraphicFramePr>
        <p:xfrm>
          <a:off x="403667" y="1488614"/>
          <a:ext cx="4897675" cy="3780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8596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9A471-5375-4BAB-8F46-203EC3B71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2285-AF6C-A8F4-7FBD-A719AC6C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Sidebar: What I could have done...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E7B0027-2A40-3A2E-6001-1A5952F9CF97}"/>
              </a:ext>
            </a:extLst>
          </p:cNvPr>
          <p:cNvGraphicFramePr>
            <a:graphicFrameLocks/>
          </p:cNvGraphicFramePr>
          <p:nvPr/>
        </p:nvGraphicFramePr>
        <p:xfrm>
          <a:off x="403667" y="1488614"/>
          <a:ext cx="4897675" cy="3780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E70E707-31F6-4B72-BC23-155B9D2EE556}"/>
              </a:ext>
            </a:extLst>
          </p:cNvPr>
          <p:cNvGraphicFramePr>
            <a:graphicFrameLocks/>
          </p:cNvGraphicFramePr>
          <p:nvPr/>
        </p:nvGraphicFramePr>
        <p:xfrm>
          <a:off x="4876800" y="1493832"/>
          <a:ext cx="4572000" cy="3774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44157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68BC-95AD-ADF1-6195-811A07BC0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FA59D-333A-EF31-6757-476CC638B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Distribution Hypothesis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8813AA1-F564-89C0-9138-6EB94C6CAD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2134272"/>
              </p:ext>
            </p:extLst>
          </p:nvPr>
        </p:nvGraphicFramePr>
        <p:xfrm>
          <a:off x="783771" y="1513113"/>
          <a:ext cx="8596668" cy="456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62131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907A-2127-A75A-6358-EFE6ED66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CD93-8513-575E-5C02-D47FA71AF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Distribution Hypothesis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9FB6525-D687-1C07-D137-6C35DD5C8BAE}"/>
              </a:ext>
            </a:extLst>
          </p:cNvPr>
          <p:cNvGraphicFramePr>
            <a:graphicFrameLocks/>
          </p:cNvGraphicFramePr>
          <p:nvPr/>
        </p:nvGraphicFramePr>
        <p:xfrm>
          <a:off x="783771" y="1513113"/>
          <a:ext cx="8596668" cy="456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4047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384C-0BA7-AE22-3E73-ECE9728A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4FC55-19EF-C3E8-B64D-3312F863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Distribution Hypothesis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A657C2A-35A1-62AB-B295-E000EDA008D6}"/>
              </a:ext>
            </a:extLst>
          </p:cNvPr>
          <p:cNvGraphicFramePr>
            <a:graphicFrameLocks/>
          </p:cNvGraphicFramePr>
          <p:nvPr/>
        </p:nvGraphicFramePr>
        <p:xfrm>
          <a:off x="783771" y="1513113"/>
          <a:ext cx="8596668" cy="456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6516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778E5-8DC1-D867-8351-E625A1776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3F48-956E-9CEB-0DA2-64D181033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Distribution Hypothesis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2EC3A0A-1396-E039-4E06-288F8D2F7B63}"/>
              </a:ext>
            </a:extLst>
          </p:cNvPr>
          <p:cNvGraphicFramePr>
            <a:graphicFrameLocks/>
          </p:cNvGraphicFramePr>
          <p:nvPr/>
        </p:nvGraphicFramePr>
        <p:xfrm>
          <a:off x="783771" y="1513113"/>
          <a:ext cx="8596668" cy="4561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72566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6429D-855F-2305-258F-692277AE0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0EBF7-6E11-745A-697C-094DE92E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28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 Distribution Hypothesis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74B1F7F-ED85-5E8B-E7AF-3C47479630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0595997"/>
              </p:ext>
            </p:extLst>
          </p:nvPr>
        </p:nvGraphicFramePr>
        <p:xfrm>
          <a:off x="762000" y="1589313"/>
          <a:ext cx="8991600" cy="4484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84812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67C6-AC0D-0355-17E5-844ACDFD0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do we go from here??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3E511-AD44-F0ED-AA24-89DE5CB33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9057"/>
            <a:ext cx="8596668" cy="4713514"/>
          </a:xfrm>
        </p:spPr>
        <p:txBody>
          <a:bodyPr>
            <a:normAutofit/>
          </a:bodyPr>
          <a:lstStyle/>
          <a:p>
            <a:r>
              <a:rPr lang="en-US" sz="2000"/>
              <a:t>Hypotheses are only educated guesses.</a:t>
            </a:r>
          </a:p>
          <a:p>
            <a:r>
              <a:rPr lang="en-US" sz="2000"/>
              <a:t>Factoring takes too long!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02C2AE2-268F-9914-8EA3-422F3964C1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5219720"/>
                  </p:ext>
                </p:extLst>
              </p:nvPr>
            </p:nvGraphicFramePr>
            <p:xfrm>
              <a:off x="1146002" y="2687320"/>
              <a:ext cx="5418666" cy="29667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2172894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7054669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Finding Factors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5651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0.242 secs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0369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0.542 secs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8873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1,000,000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2.540 secs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160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10,000,000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27.232 secs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0231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100,000,000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9.52 mins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7634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1,000,000,000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 </a:t>
                          </a:r>
                          <a:r>
                            <a:rPr lang="en-US" err="1"/>
                            <a:t>hrs</a:t>
                          </a:r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000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2,000,000,000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 </a:t>
                          </a:r>
                          <a:r>
                            <a:rPr lang="en-US" err="1"/>
                            <a:t>hrs</a:t>
                          </a:r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96656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02C2AE2-268F-9914-8EA3-422F3964C1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5219720"/>
                  </p:ext>
                </p:extLst>
              </p:nvPr>
            </p:nvGraphicFramePr>
            <p:xfrm>
              <a:off x="1146002" y="2687320"/>
              <a:ext cx="5418666" cy="296672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2172894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57054669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9836" r="-100899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Finding Factors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5651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109836" r="-100899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0.242 secs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0369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209836" r="-10089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0.542 secs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8873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309836" r="-100899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2.540 secs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160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409836" r="-100899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27.232 secs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0231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509836" r="-100899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9.52 mins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7634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609836" r="-10089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4 </a:t>
                          </a:r>
                          <a:r>
                            <a:rPr lang="en-US" err="1"/>
                            <a:t>hrs</a:t>
                          </a:r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000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709836" r="-100899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11 </a:t>
                          </a:r>
                          <a:r>
                            <a:rPr lang="en-US" err="1"/>
                            <a:t>hrs</a:t>
                          </a:r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96656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18508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27CC-8B64-F1CA-B811-7D24C202B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C0DC-14CC-2E2E-97B5-7B49A078D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Distribution via Landau – thanks, Daniel!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4B5605-049A-4827-3D54-2F8E1F4A9C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04257"/>
                <a:ext cx="8596668" cy="5018314"/>
              </a:xfrm>
            </p:spPr>
            <p:txBody>
              <a:bodyPr>
                <a:normAutofit/>
              </a:bodyPr>
              <a:lstStyle/>
              <a:p>
                <a:r>
                  <a:rPr lang="en-US" sz="1900"/>
                  <a:t>From Wikipedia on “Almost Primes”…</a:t>
                </a:r>
                <a:br>
                  <a:rPr lang="en-US" sz="1900"/>
                </a:br>
                <a:endParaRPr lang="en-US" sz="1900"/>
              </a:p>
              <a:p>
                <a:r>
                  <a:rPr lang="en-US" sz="1900"/>
                  <a:t>“Let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/>
                  <a:t> be the number of positive integers less than or equal to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900"/>
                  <a:t> having exactly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900"/>
                  <a:t> prime factors (not necessarily distinct). 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/>
                  <a:t> is asymptotic to…”</a:t>
                </a:r>
                <a:br>
                  <a:rPr lang="en-US" sz="190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⁡(</m:t>
                        </m:r>
                        <m:func>
                          <m:func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func>
                      </m:den>
                    </m:f>
                  </m:oMath>
                </a14:m>
                <a:br>
                  <a:rPr lang="en-US" sz="2200"/>
                </a:b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200"/>
                </a:br>
                <a:endParaRPr lang="en-US" sz="2200"/>
              </a:p>
              <a:p>
                <a:r>
                  <a:rPr lang="en-US" sz="1900"/>
                  <a:t>The proportion of such numbers is</a:t>
                </a:r>
                <a:br>
                  <a:rPr lang="en-US" sz="220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func>
                          <m:func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func>
                      </m:den>
                    </m:f>
                  </m:oMath>
                </a14:m>
                <a:br>
                  <a:rPr lang="en-US" sz="2200"/>
                </a:b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200"/>
                </a:br>
                <a:endParaRPr lang="en-US" sz="2200"/>
              </a:p>
              <a:p>
                <a:endParaRPr lang="en-US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4B5605-049A-4827-3D54-2F8E1F4A9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04257"/>
                <a:ext cx="8596668" cy="5018314"/>
              </a:xfrm>
              <a:blipFill>
                <a:blip r:embed="rId2"/>
                <a:stretch>
                  <a:fillRect l="-355" t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90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B9D7E7-AA97-171F-48DE-CF22AEBBFE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Landau frequency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B9D7E7-AA97-171F-48DE-CF22AEBBF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28" t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AB6B6-DC96-2E6B-988B-F10737EE7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1087"/>
            <a:ext cx="8596668" cy="4430276"/>
          </a:xfrm>
        </p:spPr>
        <p:txBody>
          <a:bodyPr/>
          <a:lstStyle/>
          <a:p>
            <a:r>
              <a:rPr lang="en-US"/>
              <a:t>Good news!</a:t>
            </a:r>
          </a:p>
          <a:p>
            <a:pPr lvl="1"/>
            <a:r>
              <a:rPr lang="en-US"/>
              <a:t>Asymptotic to reality!  AKA, it’s “true at infinity”.</a:t>
            </a:r>
          </a:p>
          <a:p>
            <a:pPr lvl="1"/>
            <a:r>
              <a:rPr lang="en-US"/>
              <a:t>No more factoring needed!</a:t>
            </a:r>
          </a:p>
          <a:p>
            <a:pPr lvl="1"/>
            <a:r>
              <a:rPr lang="en-US"/>
              <a:t>Pretty results!</a:t>
            </a:r>
          </a:p>
        </p:txBody>
      </p:sp>
    </p:spTree>
    <p:extLst>
      <p:ext uri="{BB962C8B-B14F-4D97-AF65-F5344CB8AC3E}">
        <p14:creationId xmlns:p14="http://schemas.microsoft.com/office/powerpoint/2010/main" val="225618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2171A-7CD3-6A8D-A176-A82620F1F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09F3C35-AC62-8CCF-7AA5-085847FD17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What can we do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09F3C35-AC62-8CCF-7AA5-085847FD17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28" t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6B72A-3722-88C8-19FD-5871C0E900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817913"/>
                <a:ext cx="8596668" cy="4604657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Create a “Landau average” asymptotic to Daniel’s average.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br>
                  <a:rPr lang="en-US" sz="2000" dirty="0"/>
                </a:br>
                <a:endParaRPr lang="en-US" sz="2000" dirty="0"/>
              </a:p>
              <a:p>
                <a:r>
                  <a:rPr lang="en-US" sz="2000" dirty="0"/>
                  <a:t>Find if and when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reaches a maximum.</a:t>
                </a:r>
                <a:br>
                  <a:rPr lang="en-US" sz="2000" dirty="0"/>
                </a:br>
                <a:endParaRPr lang="en-US" sz="2000" dirty="0"/>
              </a:p>
              <a:p>
                <a:r>
                  <a:rPr lang="en-US" sz="2000" dirty="0"/>
                  <a:t>Find when each frequency passes its predecessor:</a:t>
                </a:r>
                <a:br>
                  <a:rPr lang="en-US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br>
                  <a:rPr lang="en-US" sz="200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6B72A-3722-88C8-19FD-5871C0E900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817913"/>
                <a:ext cx="8596668" cy="4604657"/>
              </a:xfrm>
              <a:blipFill>
                <a:blip r:embed="rId3"/>
                <a:stretch>
                  <a:fillRect l="-284" t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92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F71C9-C157-42B6-1E95-E9F1C692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 maxima – thanks, Maplesoft!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EE3DF-24B4-2A00-1340-FF61DD5866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36915"/>
                <a:ext cx="8596668" cy="4604448"/>
              </a:xfrm>
            </p:spPr>
            <p:txBody>
              <a:bodyPr/>
              <a:lstStyle/>
              <a:p>
                <a:r>
                  <a:rPr lang="en-US" sz="2000"/>
                  <a:t>When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000" b="0"/>
                  <a:t> reach a maximum?</a:t>
                </a:r>
              </a:p>
              <a:p>
                <a:r>
                  <a:rPr lang="en-US" sz="2000"/>
                  <a:t>Answer: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≈15</m:t>
                    </m:r>
                  </m:oMath>
                </a14:m>
                <a:br>
                  <a:rPr lang="en-US" sz="2000" b="0"/>
                </a:br>
                <a:endParaRPr lang="en-US" sz="2000" b="0"/>
              </a:p>
              <a:p>
                <a:r>
                  <a:rPr lang="en-US" sz="2000"/>
                  <a:t>That’s pretty.  When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func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000" b="0"/>
                  <a:t> reach a maximum?</a:t>
                </a:r>
              </a:p>
              <a:p>
                <a:r>
                  <a:rPr lang="en-US" sz="2000"/>
                  <a:t>Answer: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≈1618</m:t>
                    </m:r>
                  </m:oMath>
                </a14:m>
                <a:br>
                  <a:rPr lang="en-US" sz="2000" b="0"/>
                </a:br>
                <a:endParaRPr lang="en-US" sz="2000" b="0"/>
              </a:p>
              <a:p>
                <a:r>
                  <a:rPr lang="en-US" sz="2000"/>
                  <a:t>In general,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0"/>
                  <a:t> reaches a unique maximum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000" b="0"/>
                  <a:t>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EE3DF-24B4-2A00-1340-FF61DD5866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36915"/>
                <a:ext cx="8596668" cy="4604448"/>
              </a:xfrm>
              <a:blipFill>
                <a:blip r:embed="rId2"/>
                <a:stretch>
                  <a:fillRect l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93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5C025-88C2-D872-7469-78637187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90600"/>
          </a:xfrm>
        </p:spPr>
        <p:txBody>
          <a:bodyPr/>
          <a:lstStyle/>
          <a:p>
            <a:r>
              <a:rPr lang="en-US"/>
              <a:t>When k maxes, k+1 passes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401007-2371-D543-BD19-0CCAD48868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19943"/>
                <a:ext cx="8596668" cy="4321419"/>
              </a:xfrm>
            </p:spPr>
            <p:txBody>
              <a:bodyPr/>
              <a:lstStyle/>
              <a:p>
                <a:r>
                  <a:rPr lang="en-US"/>
                  <a:t>When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pass 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Answer: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br>
                  <a:rPr lang="en-US"/>
                </a:br>
                <a:endParaRPr lang="en-US"/>
              </a:p>
              <a:p>
                <a:r>
                  <a:rPr lang="en-US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passes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/>
                  <a:t> peaks 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≈1618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401007-2371-D543-BD19-0CCAD48868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19943"/>
                <a:ext cx="8596668" cy="4321419"/>
              </a:xfrm>
              <a:blipFill>
                <a:blip r:embed="rId2"/>
                <a:stretch>
                  <a:fillRect l="-284" t="-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7171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0681F-50F7-4AB8-E3C7-292E3904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it look like?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912E1C3-18B2-A3CB-539A-F1CAB1D1EE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8296465"/>
              </p:ext>
            </p:extLst>
          </p:nvPr>
        </p:nvGraphicFramePr>
        <p:xfrm>
          <a:off x="2013857" y="1374594"/>
          <a:ext cx="6868885" cy="4449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54476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460A5-296A-09CC-10AE-252806E91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0E881-620A-081D-4831-2E3FF0398D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Landau frequency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0E881-620A-081D-4831-2E3FF0398D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28" t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6FD05-801E-A9FF-703C-21E8A839C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1087"/>
            <a:ext cx="8596668" cy="4430276"/>
          </a:xfrm>
        </p:spPr>
        <p:txBody>
          <a:bodyPr/>
          <a:lstStyle/>
          <a:p>
            <a:r>
              <a:rPr lang="en-US"/>
              <a:t>Bad news!</a:t>
            </a:r>
          </a:p>
          <a:p>
            <a:pPr lvl="1"/>
            <a:r>
              <a:rPr lang="en-US"/>
              <a:t>“Asymptotic” doesn’t mean “great” for small numbers.</a:t>
            </a:r>
          </a:p>
        </p:txBody>
      </p:sp>
    </p:spTree>
    <p:extLst>
      <p:ext uri="{BB962C8B-B14F-4D97-AF65-F5344CB8AC3E}">
        <p14:creationId xmlns:p14="http://schemas.microsoft.com/office/powerpoint/2010/main" val="4109027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2D91-0F65-538E-EE96-AAB4A3A81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4006C-EA4F-9879-1CF6-0E129372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close are we?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E7FE2C6-AF7A-E9B2-66D1-8EB5AAA6A1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5074143"/>
                  </p:ext>
                </p:extLst>
              </p:nvPr>
            </p:nvGraphicFramePr>
            <p:xfrm>
              <a:off x="677334" y="1568752"/>
              <a:ext cx="8127999" cy="1535176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37540348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00531158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8689910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Landau 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Actual 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0111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≈15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≈600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55355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≈1618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≈7,000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4001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≈528,000,000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&gt;1,000,000,000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71130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E7FE2C6-AF7A-E9B2-66D1-8EB5AAA6A1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5074143"/>
                  </p:ext>
                </p:extLst>
              </p:nvPr>
            </p:nvGraphicFramePr>
            <p:xfrm>
              <a:off x="677334" y="1568752"/>
              <a:ext cx="8127999" cy="1535176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37540348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00531158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8689910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9836" r="-200449" b="-3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Landau 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Actual 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0111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109836" r="-200449" b="-2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50" t="-109836" r="-100901" b="-2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9836" r="-674" b="-2180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5535530"/>
                      </a:ext>
                    </a:extLst>
                  </a:tr>
                  <a:tr h="3967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193939" r="-200449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50" t="-193939" r="-100901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93939" r="-674" b="-1015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001720"/>
                      </a:ext>
                    </a:extLst>
                  </a:tr>
                  <a:tr h="3967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" t="-298462" r="-200449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50" t="-298462" r="-100901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98462" r="-674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71130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E0BDECA-DAAF-3250-BEC4-39225EC060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754264"/>
                  </p:ext>
                </p:extLst>
              </p:nvPr>
            </p:nvGraphicFramePr>
            <p:xfrm>
              <a:off x="677334" y="3754072"/>
              <a:ext cx="8127999" cy="1535176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272973198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07988389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9547407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Passing points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Landau estimate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Actual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4812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≈15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=26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00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≈1618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=15,526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7403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≈528,000,000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&gt;2,000,000,000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8502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E0BDECA-DAAF-3250-BEC4-39225EC060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754264"/>
                  </p:ext>
                </p:extLst>
              </p:nvPr>
            </p:nvGraphicFramePr>
            <p:xfrm>
              <a:off x="677334" y="3754072"/>
              <a:ext cx="8127999" cy="1535176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2272973198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07988389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9547407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Passing points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Landau estimate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Actual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4812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5" t="-109836" r="-200449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109836" r="-100901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9836" r="-674" b="-2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00526"/>
                      </a:ext>
                    </a:extLst>
                  </a:tr>
                  <a:tr h="3967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5" t="-193939" r="-200449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193939" r="-100901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93939" r="-674" b="-1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7403130"/>
                      </a:ext>
                    </a:extLst>
                  </a:tr>
                  <a:tr h="3967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5" t="-298462" r="-200449" b="-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298462" r="-100901" b="-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98462" r="-674" b="-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5026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0139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CAF901-6FF6-9671-F3CD-9A56AD38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3820F-C832-A9C8-1D7E-45C8CB42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Landau – good news / bad news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3926D19-DD08-401A-B2CF-4F38FC6E93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7312693"/>
              </p:ext>
            </p:extLst>
          </p:nvPr>
        </p:nvGraphicFramePr>
        <p:xfrm>
          <a:off x="677334" y="141514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F791C22-E0F4-43D6-AB51-5D3406BCEF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2891861"/>
              </p:ext>
            </p:extLst>
          </p:nvPr>
        </p:nvGraphicFramePr>
        <p:xfrm>
          <a:off x="5083629" y="141514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B1495BE-5D3B-4089-87F2-0C19194F8C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6530254"/>
              </p:ext>
            </p:extLst>
          </p:nvPr>
        </p:nvGraphicFramePr>
        <p:xfrm>
          <a:off x="677334" y="407125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18F69BC-CDDB-40CB-BAF0-38205694E3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9260564"/>
              </p:ext>
            </p:extLst>
          </p:nvPr>
        </p:nvGraphicFramePr>
        <p:xfrm>
          <a:off x="5170715" y="405311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29867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09043C-48A8-F55A-2CFA-39A40605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3952-2887-550B-D83C-0D9F823B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Landau estimate – over/under?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5FC6A50-525C-46AA-878B-633B8D3ED3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7966020"/>
              </p:ext>
            </p:extLst>
          </p:nvPr>
        </p:nvGraphicFramePr>
        <p:xfrm>
          <a:off x="677333" y="1600201"/>
          <a:ext cx="8596667" cy="4441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89541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2C56-3970-A330-298A-F92EBC6BC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215E-3E9A-0592-81DD-AEB802644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Landau averages, however…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2F214-E725-A26C-5081-748833655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2229"/>
            <a:ext cx="8596668" cy="4539133"/>
          </a:xfrm>
        </p:spPr>
        <p:txBody>
          <a:bodyPr/>
          <a:lstStyle/>
          <a:p>
            <a:r>
              <a:rPr lang="en-US"/>
              <a:t>Track very well!</a:t>
            </a:r>
          </a:p>
          <a:p>
            <a:r>
              <a:rPr lang="en-US"/>
              <a:t>Notice underestimate vs. overestimate!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2F87AA3-3C56-23AA-EF95-EF3259F1EA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039112"/>
                  </p:ext>
                </p:extLst>
              </p:nvPr>
            </p:nvGraphicFramePr>
            <p:xfrm>
              <a:off x="829734" y="2355645"/>
              <a:ext cx="8675917" cy="3931172"/>
            </p:xfrm>
            <a:graphic>
              <a:graphicData uri="http://schemas.openxmlformats.org/drawingml/2006/table">
                <a:tbl>
                  <a:tblPr firstRow="1" firstCol="1" bandRow="1">
                    <a:tableStyleId>{BC89EF96-8CEA-46FF-86C4-4CE0E7609802}</a:tableStyleId>
                  </a:tblPr>
                  <a:tblGrid>
                    <a:gridCol w="2168458">
                      <a:extLst>
                        <a:ext uri="{9D8B030D-6E8A-4147-A177-3AD203B41FA5}">
                          <a16:colId xmlns:a16="http://schemas.microsoft.com/office/drawing/2014/main" val="4086390455"/>
                        </a:ext>
                      </a:extLst>
                    </a:gridCol>
                    <a:gridCol w="2169153">
                      <a:extLst>
                        <a:ext uri="{9D8B030D-6E8A-4147-A177-3AD203B41FA5}">
                          <a16:colId xmlns:a16="http://schemas.microsoft.com/office/drawing/2014/main" val="3732039363"/>
                        </a:ext>
                      </a:extLst>
                    </a:gridCol>
                    <a:gridCol w="2169153">
                      <a:extLst>
                        <a:ext uri="{9D8B030D-6E8A-4147-A177-3AD203B41FA5}">
                          <a16:colId xmlns:a16="http://schemas.microsoft.com/office/drawing/2014/main" val="1764683945"/>
                        </a:ext>
                      </a:extLst>
                    </a:gridCol>
                    <a:gridCol w="2169153">
                      <a:extLst>
                        <a:ext uri="{9D8B030D-6E8A-4147-A177-3AD203B41FA5}">
                          <a16:colId xmlns:a16="http://schemas.microsoft.com/office/drawing/2014/main" val="2995368725"/>
                        </a:ext>
                      </a:extLst>
                    </a:gridCol>
                  </a:tblGrid>
                  <a:tr h="60463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600" b="1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  <m:r>
                                  <a:rPr lang="en-US" sz="1600" b="1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)/</m:t>
                                </m:r>
                                <m:r>
                                  <a:rPr lang="en-US" sz="1600" b="1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  <m:d>
                                  <m:dPr>
                                    <m:ctrlPr>
                                      <a:rPr lang="en-US" sz="16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6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09653540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1.6667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1.780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0.93641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34094875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 dirty="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2.4141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 dirty="0">
                              <a:effectLst/>
                            </a:rPr>
                            <a:t>2.5187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 dirty="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0.95847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6783242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 dirty="0">
                              <a:effectLst/>
                            </a:rPr>
                            <a:t>2.8799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2.9322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0.98116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34693588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3.1988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3.2203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0.99322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51115721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3.4362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3.4435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0.99787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33813300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1,000,000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3.6266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3.6258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1.00023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45130123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10,000,000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3.7861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3.7799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1.00164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28966177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100,000,000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3.9235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3.9135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1.00257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46550073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1,000,000,000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4.0442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4.0312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 dirty="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1.00322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74333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2F87AA3-3C56-23AA-EF95-EF3259F1EA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039112"/>
                  </p:ext>
                </p:extLst>
              </p:nvPr>
            </p:nvGraphicFramePr>
            <p:xfrm>
              <a:off x="829734" y="2355645"/>
              <a:ext cx="8675917" cy="3931172"/>
            </p:xfrm>
            <a:graphic>
              <a:graphicData uri="http://schemas.openxmlformats.org/drawingml/2006/table">
                <a:tbl>
                  <a:tblPr firstRow="1" firstCol="1" bandRow="1">
                    <a:tableStyleId>{BC89EF96-8CEA-46FF-86C4-4CE0E7609802}</a:tableStyleId>
                  </a:tblPr>
                  <a:tblGrid>
                    <a:gridCol w="2168458">
                      <a:extLst>
                        <a:ext uri="{9D8B030D-6E8A-4147-A177-3AD203B41FA5}">
                          <a16:colId xmlns:a16="http://schemas.microsoft.com/office/drawing/2014/main" val="4086390455"/>
                        </a:ext>
                      </a:extLst>
                    </a:gridCol>
                    <a:gridCol w="2169153">
                      <a:extLst>
                        <a:ext uri="{9D8B030D-6E8A-4147-A177-3AD203B41FA5}">
                          <a16:colId xmlns:a16="http://schemas.microsoft.com/office/drawing/2014/main" val="3732039363"/>
                        </a:ext>
                      </a:extLst>
                    </a:gridCol>
                    <a:gridCol w="2169153">
                      <a:extLst>
                        <a:ext uri="{9D8B030D-6E8A-4147-A177-3AD203B41FA5}">
                          <a16:colId xmlns:a16="http://schemas.microsoft.com/office/drawing/2014/main" val="1764683945"/>
                        </a:ext>
                      </a:extLst>
                    </a:gridCol>
                    <a:gridCol w="2169153">
                      <a:extLst>
                        <a:ext uri="{9D8B030D-6E8A-4147-A177-3AD203B41FA5}">
                          <a16:colId xmlns:a16="http://schemas.microsoft.com/office/drawing/2014/main" val="2995368725"/>
                        </a:ext>
                      </a:extLst>
                    </a:gridCol>
                  </a:tblGrid>
                  <a:tr h="6046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81" t="-1010" r="-300843" b="-5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0281" t="-1010" r="-200843" b="-5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0281" t="-1010" r="-100843" b="-5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0281" t="-1010" r="-843" b="-55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9653540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1.6667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1.780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0.93641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34094875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 dirty="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2.4141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 dirty="0">
                              <a:effectLst/>
                            </a:rPr>
                            <a:t>2.5187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 dirty="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0.95847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6783242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 dirty="0">
                              <a:effectLst/>
                            </a:rPr>
                            <a:t>2.8799</a:t>
                          </a:r>
                          <a:endParaRPr lang="en-US" sz="16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2.9322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0.98116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34693588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3.1988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3.2203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0.99322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51115721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3.4362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3.4435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0.99787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33813300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1,000,000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3.6266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</a:rPr>
                            <a:t>3.6258</a:t>
                          </a:r>
                          <a:endParaRPr lang="en-US" sz="16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1.00023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45130123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10,000,000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3.7861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3.7799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1.00164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28966177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100,000,000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3.9235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3.9135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1.00257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46550073"/>
                      </a:ext>
                    </a:extLst>
                  </a:tr>
                  <a:tr h="369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1,000,000,000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4.0442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4.0312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600" b="0" kern="100" dirty="0">
                              <a:effectLst/>
                              <a:latin typeface="+mn-lt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1.00322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74333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397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5DA4-B14E-34F2-48DB-6B0FC0CCE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Growing without bounds?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C183F2-7A5C-528E-B1D9-73DEF7D79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24001"/>
                <a:ext cx="8596668" cy="451736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grows without bound, it must eventually surpass any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Argument #1: For large enough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becomes vanishingly small.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fun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e>
                            </m:func>
                          </m:den>
                        </m:f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So for any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we can make the cumulative effect of the numbers from 1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as small as desired by choosing a large enough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So the average will be composed almost entirely of factor lengths greater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C183F2-7A5C-528E-B1D9-73DEF7D79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24001"/>
                <a:ext cx="8596668" cy="4517362"/>
              </a:xfrm>
              <a:blipFill>
                <a:blip r:embed="rId2"/>
                <a:stretch>
                  <a:fillRect l="-142" t="-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76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EF07E-6AF5-7AFA-0E47-A2162EB54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without bound - decreasing frequencies?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D7363B4-6A4A-14A1-6D2E-7D68073CA0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030803"/>
              </p:ext>
            </p:extLst>
          </p:nvPr>
        </p:nvGraphicFramePr>
        <p:xfrm>
          <a:off x="827313" y="1524000"/>
          <a:ext cx="9144001" cy="4474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74136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C2CF-7C7F-52EC-7B63-3ECEC98EE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F09A-8A4F-6086-165F-69B8B3DA0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Growing without bounds - pairing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1DD14E-B068-502E-436C-741EF99204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305" y="1731038"/>
                <a:ext cx="8596668" cy="451736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Example: Can we make the average greater than 5?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Eventually, there are more 10’s than 9’s, more 9’s than 8’s,….</a:t>
                </a:r>
              </a:p>
              <a:p>
                <a:pPr lvl="1"/>
                <a:r>
                  <a:rPr lang="en-US" dirty="0"/>
                  <a:t>Landau says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/>
                  <a:t>, but whatever.</a:t>
                </a:r>
              </a:p>
              <a:p>
                <a:r>
                  <a:rPr lang="en-US" dirty="0"/>
                  <a:t>Making pairs – When that happens…</a:t>
                </a:r>
              </a:p>
              <a:p>
                <a:pPr lvl="1"/>
                <a:r>
                  <a:rPr lang="en-US" sz="1800" b="0" dirty="0"/>
                  <a:t>There are more 10’s than 1’s, </a:t>
                </a:r>
                <a:r>
                  <a:rPr lang="en-US" sz="1800" dirty="0"/>
                  <a:t>so together they vote for more than 5</a:t>
                </a:r>
              </a:p>
              <a:p>
                <a:pPr lvl="1"/>
                <a:r>
                  <a:rPr lang="en-US" sz="1800" dirty="0"/>
                  <a:t>Likewise 9’s and 2’s, 8’s and 3’s</a:t>
                </a:r>
                <a:r>
                  <a:rPr lang="en-US" dirty="0"/>
                  <a:t>, </a:t>
                </a:r>
                <a:r>
                  <a:rPr lang="en-US" sz="1800" dirty="0"/>
                  <a:t>and so on.</a:t>
                </a:r>
                <a:br>
                  <a:rPr lang="en-US" sz="1800" dirty="0"/>
                </a:br>
                <a:endParaRPr lang="en-US" sz="1800" dirty="0"/>
              </a:p>
              <a:p>
                <a:r>
                  <a:rPr lang="en-US" dirty="0"/>
                  <a:t>So we should have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&gt;5</m:t>
                    </m:r>
                  </m:oMath>
                </a14:m>
                <a:r>
                  <a:rPr lang="en-US" dirty="0"/>
                  <a:t> for some big number.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1DD14E-B068-502E-436C-741EF99204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305" y="1731038"/>
                <a:ext cx="8596668" cy="4517362"/>
              </a:xfrm>
              <a:blipFill>
                <a:blip r:embed="rId2"/>
                <a:stretch>
                  <a:fillRect l="-142" t="-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E9F90-8ED6-F2F6-0EF4-5D613803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5E1299E-5227-3D42-0B32-77C4060E04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pretty close to 5?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5E1299E-5227-3D42-0B32-77C4060E0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28" t="-1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F061C9-C536-7872-6840-070AE43A87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930400"/>
                <a:ext cx="8596668" cy="4517362"/>
              </a:xfrm>
            </p:spPr>
            <p:txBody>
              <a:bodyPr>
                <a:normAutofit/>
              </a:bodyPr>
              <a:lstStyle/>
              <a:p>
                <a:r>
                  <a:rPr lang="en-US" b="0"/>
                  <a:t>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b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is MUCH bigger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Likewise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, and so on.</a:t>
                </a:r>
              </a:p>
              <a:p>
                <a:r>
                  <a:rPr lang="en-US"/>
                  <a:t>And by now there are plenty of numbers with more than 10 factors.</a:t>
                </a:r>
              </a:p>
              <a:p>
                <a:r>
                  <a:rPr lang="en-US"/>
                  <a:t>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/>
                  <a:t> is probably significantly more than 5.</a:t>
                </a:r>
                <a:br>
                  <a:rPr lang="en-US" sz="2000"/>
                </a:br>
                <a:endParaRPr lang="en-US" sz="2000"/>
              </a:p>
              <a:p>
                <a:r>
                  <a:rPr lang="en-US" sz="2000"/>
                  <a:t>Let’s ask Landau!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F061C9-C536-7872-6840-070AE43A87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930400"/>
                <a:ext cx="8596668" cy="4517362"/>
              </a:xfrm>
              <a:blipFill>
                <a:blip r:embed="rId3"/>
                <a:stretch>
                  <a:fillRect l="-355" t="-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139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D4F9-2E6F-E4CC-AC58-4BCF696D4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Surprise!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7404D-ECAD-59DC-5BEB-6D5EBE305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621971"/>
                <a:ext cx="8596668" cy="441939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p>
                            </m:sSup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Wait a minute!  What?  </a:t>
                </a:r>
                <a:r>
                  <a:rPr lang="en-US" dirty="0"/>
                  <a:t>So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reaches a max, the average is 10???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7404D-ECAD-59DC-5BEB-6D5EBE305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621971"/>
                <a:ext cx="8596668" cy="4419391"/>
              </a:xfrm>
              <a:blipFill>
                <a:blip r:embed="rId2"/>
                <a:stretch>
                  <a:fillRect l="-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65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9A04-73F3-78E0-6EB7-46B27D1E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A4B54-8214-E121-17E0-2C5ECD57B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Surprise!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4E0C1-9A41-AF94-4282-7D8019F98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621971"/>
                <a:ext cx="8596668" cy="441939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p>
                            </m:sSup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Wait a minute!  What?  </a:t>
                </a:r>
                <a:r>
                  <a:rPr lang="en-US" dirty="0"/>
                  <a:t>So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reaches a max, the average is 10???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4E0C1-9A41-AF94-4282-7D8019F98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621971"/>
                <a:ext cx="8596668" cy="4419391"/>
              </a:xfrm>
              <a:blipFill>
                <a:blip r:embed="rId2"/>
                <a:stretch>
                  <a:fillRect l="-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9B3A448-3C65-9966-F702-B81D3BECEF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4930004"/>
                  </p:ext>
                </p:extLst>
              </p:nvPr>
            </p:nvGraphicFramePr>
            <p:xfrm>
              <a:off x="1146003" y="2771888"/>
              <a:ext cx="8127999" cy="2795462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08769923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05223533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8441320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55714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≈15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.15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1.9007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87840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≈1618.18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2.9999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0649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≈5.28×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4.0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758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≈5.15×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5.0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65358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≈2.85×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6.0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60780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≈1.61×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7.0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24591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9B3A448-3C65-9966-F702-B81D3BECEF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4930004"/>
                  </p:ext>
                </p:extLst>
              </p:nvPr>
            </p:nvGraphicFramePr>
            <p:xfrm>
              <a:off x="1146003" y="2771888"/>
              <a:ext cx="8127999" cy="2795462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08769923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05223533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844132095"/>
                        </a:ext>
                      </a:extLst>
                    </a:gridCol>
                  </a:tblGrid>
                  <a:tr h="4128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5" t="-1471" r="-200674" b="-5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5" t="-1471" r="-100674" b="-57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25" t="-1471" r="-674" b="-57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5571449"/>
                      </a:ext>
                    </a:extLst>
                  </a:tr>
                  <a:tr h="3961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5" t="-106154" r="-200674" b="-50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5" t="-106154" r="-100674" b="-50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25" t="-106154" r="-674" b="-50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8784081"/>
                      </a:ext>
                    </a:extLst>
                  </a:tr>
                  <a:tr h="3967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5" t="-206154" r="-200674" b="-40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5" t="-206154" r="-100674" b="-40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25" t="-206154" r="-674" b="-40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0649210"/>
                      </a:ext>
                    </a:extLst>
                  </a:tr>
                  <a:tr h="3967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5" t="-301515" r="-20067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5" t="-301515" r="-10067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25" t="-301515" r="-67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758531"/>
                      </a:ext>
                    </a:extLst>
                  </a:tr>
                  <a:tr h="395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5" t="-407692" r="-200674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5" t="-407692" r="-100674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25" t="-407692" r="-674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6535812"/>
                      </a:ext>
                    </a:extLst>
                  </a:tr>
                  <a:tr h="4006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5" t="-500000" r="-200674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5" t="-500000" r="-100674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25" t="-500000" r="-674" b="-1015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6078084"/>
                      </a:ext>
                    </a:extLst>
                  </a:tr>
                  <a:tr h="3967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5" t="-609231" r="-200674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5" t="-609231" r="-100674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25" t="-609231" r="-674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24591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4953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7E95-3A9C-7598-81C5-EC4F5026E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little algebra…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3166D9-80FB-33DC-7066-31F4FC9F0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41715"/>
                <a:ext cx="8596668" cy="4299648"/>
              </a:xfrm>
            </p:spPr>
            <p:txBody>
              <a:bodyPr/>
              <a:lstStyle/>
              <a:p>
                <a:r>
                  <a:rPr lang="en-US" dirty="0"/>
                  <a:t>It looks like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p>
                            </m:sSup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p>
                            </m:sSup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p>
                            </m:sSup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But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sup>
                        </m:sSup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p>
                            </m:sSup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)+1</m:t>
                        </m:r>
                      </m:e>
                    </m:func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Looks like we have an asymptote!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)+1</m:t>
                        </m:r>
                      </m:e>
                    </m:func>
                  </m:oMath>
                </a14:m>
                <a:br>
                  <a:rPr lang="en-US" b="0" dirty="0"/>
                </a:b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3166D9-80FB-33DC-7066-31F4FC9F0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41715"/>
                <a:ext cx="8596668" cy="4299648"/>
              </a:xfrm>
              <a:blipFill>
                <a:blip r:embed="rId2"/>
                <a:stretch>
                  <a:fillRect l="-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18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19EF-73BF-72E3-A2C3-C2FA56BB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E8899-3386-85A7-5EBC-C8EC75DF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</a:t>
            </a:r>
            <a:r>
              <a:rPr lang="en-US" baseline="0"/>
              <a:t> asymptote for D(n)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CAEC8E-AF5A-A443-12E7-CC19E22B8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41715"/>
                <a:ext cx="8596668" cy="429964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It’s messy, but the math works (via a Taylor series)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unc>
                                  <m:func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))</m:t>
                                    </m:r>
                                  </m:e>
                                </m:func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e>
                            </m:func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)+1</m:t>
                            </m:r>
                          </m:e>
                        </m:func>
                      </m:e>
                    </m:nary>
                  </m:oMath>
                </a14:m>
                <a:br>
                  <a:rPr lang="en-US" sz="2400" dirty="0"/>
                </a:br>
                <a:br>
                  <a:rPr lang="en-US" sz="2400" dirty="0"/>
                </a:br>
                <a:br>
                  <a:rPr lang="en-US" sz="2400" dirty="0"/>
                </a:br>
                <a:r>
                  <a:rPr lang="en-US" sz="1600" dirty="0"/>
                  <a:t>Note for </a:t>
                </a:r>
                <a:r>
                  <a:rPr lang="en-US" sz="1600" dirty="0" err="1"/>
                  <a:t>Joth</a:t>
                </a:r>
                <a:r>
                  <a:rPr lang="en-US" sz="1600" dirty="0"/>
                  <a:t>: Taylor series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dirty="0"/>
                  <a:t> is</a:t>
                </a:r>
                <a:br>
                  <a:rPr lang="en-US" sz="1600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br>
                  <a:rPr lang="en-US" dirty="0"/>
                </a:br>
                <a:endParaRPr lang="en-US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CAEC8E-AF5A-A443-12E7-CC19E22B8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41715"/>
                <a:ext cx="8596668" cy="4299648"/>
              </a:xfrm>
              <a:blipFill>
                <a:blip r:embed="rId2"/>
                <a:stretch>
                  <a:fillRect l="-142" t="-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465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770CB-1A66-2031-1565-CCBF0874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6785-7DD5-E3FD-5F88-0CBF4C1B5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008" y="631371"/>
            <a:ext cx="8682635" cy="1320800"/>
          </a:xfrm>
        </p:spPr>
        <p:txBody>
          <a:bodyPr/>
          <a:lstStyle/>
          <a:p>
            <a:r>
              <a:rPr lang="en-US"/>
              <a:t>It was there all along…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BA5809A-5911-6363-CB03-E365EB0F17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6993094"/>
              </p:ext>
            </p:extLst>
          </p:nvPr>
        </p:nvGraphicFramePr>
        <p:xfrm>
          <a:off x="667008" y="1493831"/>
          <a:ext cx="8781792" cy="4732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7301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C7B01-BD07-4E37-204A-52613BAA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BA115-3C1C-EA9D-5401-AA7444328F7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)+1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BA115-3C1C-EA9D-5401-AA7444328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7C7B3F9-6173-6FFC-C1A0-B50DED2E8F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0605378"/>
              </p:ext>
            </p:extLst>
          </p:nvPr>
        </p:nvGraphicFramePr>
        <p:xfrm>
          <a:off x="1240971" y="1513113"/>
          <a:ext cx="8784772" cy="4550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232258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9A93A-E3F9-5D61-87BE-F88161CB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193703A-F6A7-D4A3-DE9D-AA4D371AA87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)+1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193703A-F6A7-D4A3-DE9D-AA4D371AA8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4768F72-3E61-A95B-061A-2601F2C67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9092899"/>
              </p:ext>
            </p:extLst>
          </p:nvPr>
        </p:nvGraphicFramePr>
        <p:xfrm>
          <a:off x="677334" y="1930400"/>
          <a:ext cx="9228666" cy="4110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647658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4F1DA-B440-5C7D-556E-01724FA67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52BBD7-9A21-9C8B-6D5F-C68BC0D40A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)+1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52BBD7-9A21-9C8B-6D5F-C68BC0D40A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9BCF4C0-A582-8BFE-6F9C-4D2E8A112DEC}"/>
              </a:ext>
            </a:extLst>
          </p:cNvPr>
          <p:cNvGraphicFramePr/>
          <p:nvPr/>
        </p:nvGraphicFramePr>
        <p:xfrm>
          <a:off x="677334" y="1930400"/>
          <a:ext cx="9228666" cy="4110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59563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CEA35-D4C6-828D-8E6B-606F69DB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Imagining ln(ln(n))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855C16-1123-3724-2A4D-132B8060A3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56657"/>
                <a:ext cx="8596668" cy="4484705"/>
              </a:xfrm>
            </p:spPr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US" b="0" dirty="0"/>
                  <a:t> is one more than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</m:oMath>
                </a14:m>
                <a:r>
                  <a:rPr lang="en-US" b="0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lvl="1"/>
                <a:r>
                  <a:rPr lang="en-US" b="0" dirty="0"/>
                  <a:t>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r>
                  <a:rPr lang="en-US" dirty="0"/>
                  <a:t>But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/>
                  <a:t> is one more than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That is,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between two and three times as long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855C16-1123-3724-2A4D-132B8060A3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56657"/>
                <a:ext cx="8596668" cy="4484705"/>
              </a:xfrm>
              <a:blipFill>
                <a:blip r:embed="rId2"/>
                <a:stretch>
                  <a:fillRect l="-142" t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9650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E6CEB4-5D69-BB1D-E901-69D26E92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73C1-ED92-0D4C-9133-BB33E9287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Imagining log(log(n))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E112C-A31E-3CAC-D6CE-4CD92205D0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56657"/>
                <a:ext cx="8596668" cy="4484705"/>
              </a:xfrm>
            </p:spPr>
            <p:txBody>
              <a:bodyPr/>
              <a:lstStyle/>
              <a:p>
                <a:r>
                  <a:rPr lang="en-US"/>
                  <a:t>For simplicity, try using log base 10 (common log),</a:t>
                </a:r>
                <a:br>
                  <a:rPr lang="en-US"/>
                </a:br>
                <a:endParaRPr lang="en-US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10=1</m:t>
                        </m:r>
                      </m:e>
                    </m:func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100=2</m:t>
                        </m:r>
                      </m:e>
                    </m:func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1000=3</m:t>
                        </m:r>
                      </m:e>
                    </m:func>
                  </m:oMath>
                </a14:m>
                <a:r>
                  <a:rPr lang="en-US"/>
                  <a:t>,…</a:t>
                </a:r>
              </a:p>
              <a:p>
                <a:r>
                  <a:rPr lang="en-US"/>
                  <a:t>To raise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/>
                  <a:t> by one, multiply by 10, or just add a digit.</a:t>
                </a:r>
                <a:br>
                  <a:rPr lang="en-US"/>
                </a:br>
                <a:endParaRPr lang="en-US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10=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1=0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10=1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100=2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/>
              </a:p>
              <a:p>
                <a:r>
                  <a:rPr lang="en-US"/>
                  <a:t>To raise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/>
                  <a:t> by one, you’ll need 10 times as many digits.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E112C-A31E-3CAC-D6CE-4CD92205D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56657"/>
                <a:ext cx="8596668" cy="4484705"/>
              </a:xfrm>
              <a:blipFill>
                <a:blip r:embed="rId2"/>
                <a:stretch>
                  <a:fillRect l="-142" t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9162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E43EF-9CF4-E267-3FFB-860B1C8A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Are we there yet??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5130C55-A85A-8853-88C1-420B31854B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6197637"/>
                  </p:ext>
                </p:extLst>
              </p:nvPr>
            </p:nvGraphicFramePr>
            <p:xfrm>
              <a:off x="794658" y="1930400"/>
              <a:ext cx="9503227" cy="3756471"/>
            </p:xfrm>
            <a:graphic>
              <a:graphicData uri="http://schemas.openxmlformats.org/drawingml/2006/table">
                <a:tbl>
                  <a:tblPr firstRow="1" firstCol="1" bandRow="1">
                    <a:tableStyleId>{BC89EF96-8CEA-46FF-86C4-4CE0E7609802}</a:tableStyleId>
                  </a:tblPr>
                  <a:tblGrid>
                    <a:gridCol w="2541257">
                      <a:extLst>
                        <a:ext uri="{9D8B030D-6E8A-4147-A177-3AD203B41FA5}">
                          <a16:colId xmlns:a16="http://schemas.microsoft.com/office/drawing/2014/main" val="3008108659"/>
                        </a:ext>
                      </a:extLst>
                    </a:gridCol>
                    <a:gridCol w="3480985">
                      <a:extLst>
                        <a:ext uri="{9D8B030D-6E8A-4147-A177-3AD203B41FA5}">
                          <a16:colId xmlns:a16="http://schemas.microsoft.com/office/drawing/2014/main" val="388748493"/>
                        </a:ext>
                      </a:extLst>
                    </a:gridCol>
                    <a:gridCol w="3480985">
                      <a:extLst>
                        <a:ext uri="{9D8B030D-6E8A-4147-A177-3AD203B41FA5}">
                          <a16:colId xmlns:a16="http://schemas.microsoft.com/office/drawing/2014/main" val="888595462"/>
                        </a:ext>
                      </a:extLst>
                    </a:gridCol>
                  </a:tblGrid>
                  <a:tr h="38070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4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4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4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70998865"/>
                      </a:ext>
                    </a:extLst>
                  </a:tr>
                  <a:tr h="38070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≈15</m:t>
                                </m:r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US" sz="20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07444265"/>
                      </a:ext>
                    </a:extLst>
                  </a:tr>
                  <a:tr h="38070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e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2000" b="0" i="0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≈1618</m:t>
                                </m:r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2,176</m:t>
                                </m:r>
                              </m:oMath>
                            </m:oMathPara>
                          </a14:m>
                          <a:endParaRPr lang="en-US" sz="20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38189366"/>
                      </a:ext>
                    </a:extLst>
                  </a:tr>
                  <a:tr h="38070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3.5</m:t>
                                </m:r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2.5</m:t>
                                    </m:r>
                                  </m:sup>
                                </m:sSup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≈195,339</m:t>
                                </m:r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205,875</m:t>
                                </m:r>
                              </m:oMath>
                            </m:oMathPara>
                          </a14:m>
                          <a:endParaRPr lang="en-US" sz="20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30169899"/>
                      </a:ext>
                    </a:extLst>
                  </a:tr>
                  <a:tr h="38070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≈5.28×1</m:t>
                                </m:r>
                                <m:sSup>
                                  <m:sSup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416,417,156</m:t>
                                </m:r>
                              </m:oMath>
                            </m:oMathPara>
                          </a14:m>
                          <a:endParaRPr lang="en-US" sz="20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57921968"/>
                      </a:ext>
                    </a:extLst>
                  </a:tr>
                  <a:tr h="38621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≈5.15×1</m:t>
                                </m:r>
                                <m:sSup>
                                  <m:sSup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US" sz="20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15256210"/>
                      </a:ext>
                    </a:extLst>
                  </a:tr>
                  <a:tr h="38621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≈1.33×1</m:t>
                                </m:r>
                                <m:sSup>
                                  <m:sSup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3,519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US" sz="20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8715171"/>
                      </a:ext>
                    </a:extLst>
                  </a:tr>
                  <a:tr h="38621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99</m:t>
                                        </m:r>
                                      </m:sup>
                                    </m:sSup>
                                  </m:sup>
                                </m:sSup>
                                <m:r>
                                  <a:rPr lang="en-US" sz="2000" b="0" i="1" kern="100" smtClean="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≈</m:t>
                                </m:r>
                                <m:sSup>
                                  <m:sSupPr>
                                    <m:ctrlP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4×</m:t>
                                    </m:r>
                                    <m:sSup>
                                      <m:sSupPr>
                                        <m:ctrlP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0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42</m:t>
                                        </m:r>
                                      </m:sup>
                                    </m:sSup>
                                  </m:sup>
                                </m:sSup>
                              </m:oMath>
                            </m:oMathPara>
                          </a14:m>
                          <a:endParaRPr lang="en-US" sz="2000" b="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US" sz="20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182843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5130C55-A85A-8853-88C1-420B31854B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6197637"/>
                  </p:ext>
                </p:extLst>
              </p:nvPr>
            </p:nvGraphicFramePr>
            <p:xfrm>
              <a:off x="794658" y="1930400"/>
              <a:ext cx="9503227" cy="3756471"/>
            </p:xfrm>
            <a:graphic>
              <a:graphicData uri="http://schemas.openxmlformats.org/drawingml/2006/table">
                <a:tbl>
                  <a:tblPr firstRow="1" firstCol="1" bandRow="1">
                    <a:tableStyleId>{BC89EF96-8CEA-46FF-86C4-4CE0E7609802}</a:tableStyleId>
                  </a:tblPr>
                  <a:tblGrid>
                    <a:gridCol w="2541257">
                      <a:extLst>
                        <a:ext uri="{9D8B030D-6E8A-4147-A177-3AD203B41FA5}">
                          <a16:colId xmlns:a16="http://schemas.microsoft.com/office/drawing/2014/main" val="3008108659"/>
                        </a:ext>
                      </a:extLst>
                    </a:gridCol>
                    <a:gridCol w="3480985">
                      <a:extLst>
                        <a:ext uri="{9D8B030D-6E8A-4147-A177-3AD203B41FA5}">
                          <a16:colId xmlns:a16="http://schemas.microsoft.com/office/drawing/2014/main" val="388748493"/>
                        </a:ext>
                      </a:extLst>
                    </a:gridCol>
                    <a:gridCol w="3480985">
                      <a:extLst>
                        <a:ext uri="{9D8B030D-6E8A-4147-A177-3AD203B41FA5}">
                          <a16:colId xmlns:a16="http://schemas.microsoft.com/office/drawing/2014/main" val="888595462"/>
                        </a:ext>
                      </a:extLst>
                    </a:gridCol>
                  </a:tblGrid>
                  <a:tr h="4929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40" t="-1235" r="-274820" b="-6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3077" t="-1235" r="-100350" b="-664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73380" t="-1235" r="-525" b="-664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0998865"/>
                      </a:ext>
                    </a:extLst>
                  </a:tr>
                  <a:tr h="463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40" t="-107895" r="-274820" b="-6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3077" t="-107895" r="-100350" b="-6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73380" t="-107895" r="-525" b="-6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7444265"/>
                      </a:ext>
                    </a:extLst>
                  </a:tr>
                  <a:tr h="4646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40" t="-205195" r="-27482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3077" t="-205195" r="-10035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73380" t="-205195" r="-525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189366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40" t="-305195" r="-27482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3077" t="-305195" r="-10035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73380" t="-305195" r="-525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0169899"/>
                      </a:ext>
                    </a:extLst>
                  </a:tr>
                  <a:tr h="4646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40" t="-410526" r="-274820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3077" t="-410526" r="-100350" b="-3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73380" t="-410526" r="-525" b="-3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921968"/>
                      </a:ext>
                    </a:extLst>
                  </a:tr>
                  <a:tr h="463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40" t="-510526" r="-274820" b="-2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3077" t="-510526" r="-100350" b="-2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US" sz="20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15256210"/>
                      </a:ext>
                    </a:extLst>
                  </a:tr>
                  <a:tr h="4646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40" t="-610526" r="-27482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3077" t="-610526" r="-10035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US" sz="20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8715171"/>
                      </a:ext>
                    </a:extLst>
                  </a:tr>
                  <a:tr h="4726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40" t="-692308" r="-27482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3077" t="-692308" r="-10035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US" sz="2000" b="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182843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29755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87D99D-7B56-FDE4-E6C2-E5505F41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big is that?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B1E1B09-64DD-7BEC-6EEF-03BE5358CE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 are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82</m:t>
                        </m:r>
                      </m:sup>
                    </m:sSup>
                  </m:oMath>
                </a14:m>
                <a:r>
                  <a:rPr lang="en-US" dirty="0"/>
                  <a:t> atoms in the observable universe.</a:t>
                </a:r>
              </a:p>
              <a:p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82</m:t>
                        </m:r>
                      </m:sup>
                    </m:sSup>
                  </m:oMath>
                </a14:m>
                <a:r>
                  <a:rPr lang="en-US" dirty="0"/>
                  <a:t>, Daniel’s average will have reached about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6.24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Daniel’s average reaches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at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4×10^42</m:t>
                        </m:r>
                      </m:sup>
                    </m:sSup>
                  </m:oMath>
                </a14:m>
                <a:r>
                  <a:rPr lang="en-US" dirty="0"/>
                  <a:t> or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4,000,000,000,000,000,000,000,000,000,000,000,000,000,000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000" dirty="0"/>
                  <a:t>If you could type a billion digits per nano-second, you’d finish typing this number in about thirty quadrillion years!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B1E1B09-64DD-7BEC-6EEF-03BE5358CE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" t="-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80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417F-3BB5-79C8-3785-688FE7239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3514"/>
          </a:xfrm>
        </p:spPr>
        <p:txBody>
          <a:bodyPr/>
          <a:lstStyle/>
          <a:p>
            <a:r>
              <a:rPr lang="en-US" dirty="0"/>
              <a:t>This just in!  (From perplexity.ai)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4C702F-5861-5B84-57EA-F0B7FECC2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13115"/>
                <a:ext cx="8596668" cy="452824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</a:t>
                </a:r>
                <a:r>
                  <a:rPr lang="en-US" i="1" dirty="0"/>
                  <a:t>distinct </a:t>
                </a:r>
                <a:r>
                  <a:rPr lang="en-US" dirty="0"/>
                  <a:t>prime factors,…</a:t>
                </a:r>
              </a:p>
              <a:p>
                <a:pPr lvl="1"/>
                <a:r>
                  <a:rPr lang="en-US" dirty="0"/>
                  <a:t>Hardy-Ramanujan Theorem: “The average number of </a:t>
                </a:r>
                <a:r>
                  <a:rPr lang="en-US" u="sng" dirty="0"/>
                  <a:t>distinct</a:t>
                </a:r>
                <a:r>
                  <a:rPr lang="en-US" dirty="0"/>
                  <a:t> prime factors for numbers up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approximately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/>
                  <a:t>.”  (Natural logs).</a:t>
                </a:r>
              </a:p>
              <a:p>
                <a:pPr lvl="2"/>
                <a:r>
                  <a:rPr lang="en-US" dirty="0"/>
                  <a:t>“On the order of…”, “tracks with…”?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4C702F-5861-5B84-57EA-F0B7FECC2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13115"/>
                <a:ext cx="8596668" cy="4528248"/>
              </a:xfrm>
              <a:blipFill>
                <a:blip r:embed="rId2"/>
                <a:stretch>
                  <a:fillRect l="-142" t="-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74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EE7D60E-801F-4B03-7CF5-72FD0F6F3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9430A-F22B-4438-0827-E1045D8AF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3514"/>
          </a:xfrm>
        </p:spPr>
        <p:txBody>
          <a:bodyPr/>
          <a:lstStyle/>
          <a:p>
            <a:r>
              <a:rPr lang="en-US" dirty="0"/>
              <a:t>This just in!  (From perplexity.ai)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B83EC7-28BE-A392-E2B1-746A1F9862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13115"/>
                <a:ext cx="8596668" cy="452824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</a:t>
                </a:r>
                <a:r>
                  <a:rPr lang="en-US" i="1" dirty="0"/>
                  <a:t>distinct </a:t>
                </a:r>
                <a:r>
                  <a:rPr lang="en-US" dirty="0"/>
                  <a:t>prime factors,…</a:t>
                </a:r>
              </a:p>
              <a:p>
                <a:pPr lvl="1"/>
                <a:r>
                  <a:rPr lang="en-US" dirty="0"/>
                  <a:t>Hardy-Ramanujan Theorem: “The average number of distinct prime factors for numbers up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approximately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/>
                  <a:t>.”  (Natural logs).</a:t>
                </a:r>
              </a:p>
              <a:p>
                <a:pPr lvl="2"/>
                <a:r>
                  <a:rPr lang="en-US" dirty="0"/>
                  <a:t>“On the order of…”, “tracks with…”?</a:t>
                </a:r>
              </a:p>
              <a:p>
                <a:pPr lvl="1"/>
                <a:r>
                  <a:rPr lang="en-US" dirty="0" err="1"/>
                  <a:t>Erd</a:t>
                </a:r>
                <a:r>
                  <a:rPr lang="en-US" dirty="0" err="1">
                    <a:ea typeface="Calibri" panose="020F0502020204030204" pitchFamily="34" charset="0"/>
                    <a:cs typeface="Calibri" panose="020F0502020204030204" pitchFamily="34" charset="0"/>
                  </a:rPr>
                  <a:t>ös</a:t>
                </a:r>
                <a:r>
                  <a:rPr lang="en-US" dirty="0">
                    <a:ea typeface="Calibri" panose="020F0502020204030204" pitchFamily="34" charset="0"/>
                    <a:cs typeface="Calibri" panose="020F0502020204030204" pitchFamily="34" charset="0"/>
                  </a:rPr>
                  <a:t>-Kac Theorem: Distribution is approximately normal with mean </a:t>
                </a:r>
                <a:r>
                  <a:rPr lang="en-US" i="1" dirty="0"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dirty="0">
                    <a:ea typeface="Calibri" panose="020F0502020204030204" pitchFamily="34" charset="0"/>
                    <a:cs typeface="Calibri" panose="020F0502020204030204" pitchFamily="34" charset="0"/>
                  </a:rPr>
                  <a:t> variance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could have used Hardy-Ramanujan as a quick rough answer to Daniel!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B83EC7-28BE-A392-E2B1-746A1F9862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13115"/>
                <a:ext cx="8596668" cy="4528248"/>
              </a:xfrm>
              <a:blipFill>
                <a:blip r:embed="rId2"/>
                <a:stretch>
                  <a:fillRect l="-142" t="-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07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1B9AC-93DA-C416-E001-C97B218A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Hardy-Ramanujan – distinct primes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FFDD65-F414-E8E7-CEA9-0AC9A4FD05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2401612"/>
              </p:ext>
            </p:extLst>
          </p:nvPr>
        </p:nvGraphicFramePr>
        <p:xfrm>
          <a:off x="727246" y="1404802"/>
          <a:ext cx="8496844" cy="4549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11272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1232</TotalTime>
  <Words>1837</Words>
  <Application>Microsoft Office PowerPoint</Application>
  <PresentationFormat>Widescreen</PresentationFormat>
  <Paragraphs>408</Paragraphs>
  <Slides>45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Aptos</vt:lpstr>
      <vt:lpstr>Aptos Narrow</vt:lpstr>
      <vt:lpstr>Arial</vt:lpstr>
      <vt:lpstr>Calibri</vt:lpstr>
      <vt:lpstr>Cambria Math</vt:lpstr>
      <vt:lpstr>Trebuchet MS</vt:lpstr>
      <vt:lpstr>Wingdings 3</vt:lpstr>
      <vt:lpstr>Facet</vt:lpstr>
      <vt:lpstr>Daniel’s Average</vt:lpstr>
      <vt:lpstr>The Question</vt:lpstr>
      <vt:lpstr>What does it look like?</vt:lpstr>
      <vt:lpstr>Growing &amp; Slowing – so who wins?</vt:lpstr>
      <vt:lpstr>What does it look like?</vt:lpstr>
      <vt:lpstr>What does it look like?  (On a log scale)</vt:lpstr>
      <vt:lpstr>What does it look like?</vt:lpstr>
      <vt:lpstr>Sidebar: What I could have done...</vt:lpstr>
      <vt:lpstr>Sidebar: What I could have done...</vt:lpstr>
      <vt:lpstr>A Distribution Hypothesis</vt:lpstr>
      <vt:lpstr>A Distribution Hypothesis</vt:lpstr>
      <vt:lpstr>A Distribution Hypothesis</vt:lpstr>
      <vt:lpstr>A Distribution Hypothesis</vt:lpstr>
      <vt:lpstr>A Distribution Hypothesis</vt:lpstr>
      <vt:lpstr>Where do we go from here??</vt:lpstr>
      <vt:lpstr>Distribution via Landau – thanks, Daniel!</vt:lpstr>
      <vt:lpstr>Landau frequency - L_k (n)</vt:lpstr>
      <vt:lpstr>What can we do with L_k (n)?</vt:lpstr>
      <vt:lpstr>Finding maxima – thanks, Maplesoft!</vt:lpstr>
      <vt:lpstr>When k maxes, k+1 passes</vt:lpstr>
      <vt:lpstr>What does it look like?</vt:lpstr>
      <vt:lpstr>Landau frequency - L_k (n)</vt:lpstr>
      <vt:lpstr>How close are we?</vt:lpstr>
      <vt:lpstr>Landau – good news / bad news</vt:lpstr>
      <vt:lpstr>The Landau estimate – over/under?</vt:lpstr>
      <vt:lpstr>Landau averages, however…</vt:lpstr>
      <vt:lpstr>Growing without bounds?</vt:lpstr>
      <vt:lpstr>Growth without bound - decreasing frequencies?</vt:lpstr>
      <vt:lpstr>Growing without bounds - pairing</vt:lpstr>
      <vt:lpstr>So is L(〖e^e〗^9) pretty close to 5?</vt:lpstr>
      <vt:lpstr>Surprise!</vt:lpstr>
      <vt:lpstr>Surprise!</vt:lpstr>
      <vt:lpstr>A little algebra…</vt:lpstr>
      <vt:lpstr>An asymptote for D(n)</vt:lpstr>
      <vt:lpstr>It was there all along…</vt:lpstr>
      <vt:lpstr>D(n)∼ln⁡(ln⁡〖n)+1〗?</vt:lpstr>
      <vt:lpstr>D(n)∼ln⁡(ln⁡〖n)+1〗?</vt:lpstr>
      <vt:lpstr>D(n)∼ln⁡(ln⁡〖n)+1〗?</vt:lpstr>
      <vt:lpstr>Imagining ln(ln(n)) growth</vt:lpstr>
      <vt:lpstr>Imagining log(log(n)) growth</vt:lpstr>
      <vt:lpstr>Are we there yet??</vt:lpstr>
      <vt:lpstr>How big is that?</vt:lpstr>
      <vt:lpstr>This just in!  (From perplexity.ai)</vt:lpstr>
      <vt:lpstr>This just in!  (From perplexity.ai)</vt:lpstr>
      <vt:lpstr>Hardy-Ramanujan – distinct primes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Daniel’s Average</dc:title>
  <dc:creator>John Ward</dc:creator>
  <cp:lastModifiedBy>John Ward</cp:lastModifiedBy>
  <cp:revision>2</cp:revision>
  <dcterms:created xsi:type="dcterms:W3CDTF">2025-02-02T20:37:02Z</dcterms:created>
  <dcterms:modified xsi:type="dcterms:W3CDTF">2025-02-25T21:02:44Z</dcterms:modified>
</cp:coreProperties>
</file>