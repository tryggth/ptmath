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80" r:id="rId6"/>
    <p:sldId id="260" r:id="rId7"/>
    <p:sldId id="261" r:id="rId8"/>
    <p:sldId id="262" r:id="rId9"/>
    <p:sldId id="266" r:id="rId10"/>
    <p:sldId id="267" r:id="rId11"/>
    <p:sldId id="263" r:id="rId12"/>
    <p:sldId id="274" r:id="rId13"/>
    <p:sldId id="264" r:id="rId14"/>
    <p:sldId id="275" r:id="rId15"/>
    <p:sldId id="277" r:id="rId16"/>
    <p:sldId id="278" r:id="rId17"/>
    <p:sldId id="269" r:id="rId18"/>
    <p:sldId id="270" r:id="rId19"/>
    <p:sldId id="276" r:id="rId20"/>
    <p:sldId id="271" r:id="rId21"/>
    <p:sldId id="27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942868-8157-4158-80D5-F8C24C30C2B0}" v="972" dt="2025-12-30T18:25:00.3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 varScale="1">
        <p:scale>
          <a:sx n="70" d="100"/>
          <a:sy n="70" d="100"/>
        </p:scale>
        <p:origin x="283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Ward" userId="4598b928247da06e" providerId="LiveId" clId="{2022529A-8ADA-4F8D-B35E-18DEE32D8C10}"/>
    <pc:docChg chg="undo redo custSel addSld delSld modSld">
      <pc:chgData name="John Ward" userId="4598b928247da06e" providerId="LiveId" clId="{2022529A-8ADA-4F8D-B35E-18DEE32D8C10}" dt="2025-12-30T18:26:02.618" v="4160" actId="26606"/>
      <pc:docMkLst>
        <pc:docMk/>
      </pc:docMkLst>
      <pc:sldChg chg="addSp delSp modSp mod delDesignElem">
        <pc:chgData name="John Ward" userId="4598b928247da06e" providerId="LiveId" clId="{2022529A-8ADA-4F8D-B35E-18DEE32D8C10}" dt="2025-12-30T18:26:02.618" v="4160" actId="26606"/>
        <pc:sldMkLst>
          <pc:docMk/>
          <pc:sldMk cId="386825440" sldId="256"/>
        </pc:sldMkLst>
        <pc:spChg chg="mod">
          <ac:chgData name="John Ward" userId="4598b928247da06e" providerId="LiveId" clId="{2022529A-8ADA-4F8D-B35E-18DEE32D8C10}" dt="2025-12-30T18:26:02.618" v="4160" actId="26606"/>
          <ac:spMkLst>
            <pc:docMk/>
            <pc:sldMk cId="386825440" sldId="256"/>
            <ac:spMk id="2" creationId="{5D951A1C-68DC-A045-F201-6028C95A6BB1}"/>
          </ac:spMkLst>
        </pc:spChg>
        <pc:spChg chg="mod">
          <ac:chgData name="John Ward" userId="4598b928247da06e" providerId="LiveId" clId="{2022529A-8ADA-4F8D-B35E-18DEE32D8C10}" dt="2025-12-30T18:26:02.618" v="4160" actId="26606"/>
          <ac:spMkLst>
            <pc:docMk/>
            <pc:sldMk cId="386825440" sldId="256"/>
            <ac:spMk id="3" creationId="{EB8AAA99-0B0F-5AF6-67F9-E151637CF62C}"/>
          </ac:spMkLst>
        </pc:spChg>
        <pc:spChg chg="del">
          <ac:chgData name="John Ward" userId="4598b928247da06e" providerId="LiveId" clId="{2022529A-8ADA-4F8D-B35E-18DEE32D8C10}" dt="2025-12-30T18:17:02.048" v="4047"/>
          <ac:spMkLst>
            <pc:docMk/>
            <pc:sldMk cId="386825440" sldId="256"/>
            <ac:spMk id="9" creationId="{EB0222B5-B739-82A9-5CCC-C5585AE12A69}"/>
          </ac:spMkLst>
        </pc:spChg>
        <pc:spChg chg="del">
          <ac:chgData name="John Ward" userId="4598b928247da06e" providerId="LiveId" clId="{2022529A-8ADA-4F8D-B35E-18DEE32D8C10}" dt="2025-12-30T18:17:02.048" v="4047"/>
          <ac:spMkLst>
            <pc:docMk/>
            <pc:sldMk cId="386825440" sldId="256"/>
            <ac:spMk id="11" creationId="{5BE23E75-E7E9-4D9F-6D25-5512363F8621}"/>
          </ac:spMkLst>
        </pc:spChg>
        <pc:spChg chg="add del">
          <ac:chgData name="John Ward" userId="4598b928247da06e" providerId="LiveId" clId="{2022529A-8ADA-4F8D-B35E-18DEE32D8C10}" dt="2025-12-30T18:26:02.618" v="4160" actId="26606"/>
          <ac:spMkLst>
            <pc:docMk/>
            <pc:sldMk cId="386825440" sldId="256"/>
            <ac:spMk id="14" creationId="{66D61E08-70C3-48D8-BEA0-787111DC30DA}"/>
          </ac:spMkLst>
        </pc:spChg>
        <pc:spChg chg="add del">
          <ac:chgData name="John Ward" userId="4598b928247da06e" providerId="LiveId" clId="{2022529A-8ADA-4F8D-B35E-18DEE32D8C10}" dt="2025-12-30T18:26:02.618" v="4160" actId="26606"/>
          <ac:spMkLst>
            <pc:docMk/>
            <pc:sldMk cId="386825440" sldId="256"/>
            <ac:spMk id="16" creationId="{FC55298F-0AE5-478E-AD2B-03C2614C5833}"/>
          </ac:spMkLst>
        </pc:spChg>
        <pc:spChg chg="add del">
          <ac:chgData name="John Ward" userId="4598b928247da06e" providerId="LiveId" clId="{2022529A-8ADA-4F8D-B35E-18DEE32D8C10}" dt="2025-12-30T18:26:02.618" v="4160" actId="26606"/>
          <ac:spMkLst>
            <pc:docMk/>
            <pc:sldMk cId="386825440" sldId="256"/>
            <ac:spMk id="18" creationId="{C180E4EA-0B63-4779-A895-7E90E71088F3}"/>
          </ac:spMkLst>
        </pc:spChg>
        <pc:spChg chg="add del">
          <ac:chgData name="John Ward" userId="4598b928247da06e" providerId="LiveId" clId="{2022529A-8ADA-4F8D-B35E-18DEE32D8C10}" dt="2025-12-30T18:26:02.618" v="4160" actId="26606"/>
          <ac:spMkLst>
            <pc:docMk/>
            <pc:sldMk cId="386825440" sldId="256"/>
            <ac:spMk id="20" creationId="{CEE01D9D-3DE8-4EED-B0D3-8F3C79CC7673}"/>
          </ac:spMkLst>
        </pc:spChg>
        <pc:spChg chg="add del">
          <ac:chgData name="John Ward" userId="4598b928247da06e" providerId="LiveId" clId="{2022529A-8ADA-4F8D-B35E-18DEE32D8C10}" dt="2025-12-30T18:26:02.618" v="4160" actId="26606"/>
          <ac:spMkLst>
            <pc:docMk/>
            <pc:sldMk cId="386825440" sldId="256"/>
            <ac:spMk id="22" creationId="{89AF5CE9-607F-43F4-8983-DCD6DA4051FD}"/>
          </ac:spMkLst>
        </pc:spChg>
        <pc:spChg chg="add del">
          <ac:chgData name="John Ward" userId="4598b928247da06e" providerId="LiveId" clId="{2022529A-8ADA-4F8D-B35E-18DEE32D8C10}" dt="2025-12-30T18:26:02.618" v="4160" actId="26606"/>
          <ac:spMkLst>
            <pc:docMk/>
            <pc:sldMk cId="386825440" sldId="256"/>
            <ac:spMk id="24" creationId="{6EEA2DBD-9E1E-4521-8C01-F32AD18A89E3}"/>
          </ac:spMkLst>
        </pc:spChg>
        <pc:spChg chg="add del">
          <ac:chgData name="John Ward" userId="4598b928247da06e" providerId="LiveId" clId="{2022529A-8ADA-4F8D-B35E-18DEE32D8C10}" dt="2025-12-30T18:26:02.618" v="4160" actId="26606"/>
          <ac:spMkLst>
            <pc:docMk/>
            <pc:sldMk cId="386825440" sldId="256"/>
            <ac:spMk id="26" creationId="{15BBD2C1-BA9B-46A9-A27A-33498B169272}"/>
          </ac:spMkLst>
        </pc:spChg>
        <pc:picChg chg="mod">
          <ac:chgData name="John Ward" userId="4598b928247da06e" providerId="LiveId" clId="{2022529A-8ADA-4F8D-B35E-18DEE32D8C10}" dt="2025-12-30T18:26:02.618" v="4160" actId="26606"/>
          <ac:picMkLst>
            <pc:docMk/>
            <pc:sldMk cId="386825440" sldId="256"/>
            <ac:picMk id="5" creationId="{6783A0F0-A14D-53D6-C8AC-8536D65D78CD}"/>
          </ac:picMkLst>
        </pc:picChg>
        <pc:cxnChg chg="del">
          <ac:chgData name="John Ward" userId="4598b928247da06e" providerId="LiveId" clId="{2022529A-8ADA-4F8D-B35E-18DEE32D8C10}" dt="2025-12-30T18:17:02.048" v="4047"/>
          <ac:cxnSpMkLst>
            <pc:docMk/>
            <pc:sldMk cId="386825440" sldId="256"/>
            <ac:cxnSpMk id="13" creationId="{61B115DB-65EB-3FC3-7284-CFDF4ADC60B6}"/>
          </ac:cxnSpMkLst>
        </pc:cxnChg>
      </pc:sldChg>
      <pc:sldChg chg="addSp delSp modSp mod setBg delDesignElem">
        <pc:chgData name="John Ward" userId="4598b928247da06e" providerId="LiveId" clId="{2022529A-8ADA-4F8D-B35E-18DEE32D8C10}" dt="2025-12-30T18:17:47.314" v="4058" actId="26606"/>
        <pc:sldMkLst>
          <pc:docMk/>
          <pc:sldMk cId="2361896451" sldId="257"/>
        </pc:sldMkLst>
        <pc:spChg chg="mod">
          <ac:chgData name="John Ward" userId="4598b928247da06e" providerId="LiveId" clId="{2022529A-8ADA-4F8D-B35E-18DEE32D8C10}" dt="2025-12-30T18:17:47.314" v="4058" actId="26606"/>
          <ac:spMkLst>
            <pc:docMk/>
            <pc:sldMk cId="2361896451" sldId="257"/>
            <ac:spMk id="2" creationId="{558AB964-2354-3FD4-8710-F3294A1AEA96}"/>
          </ac:spMkLst>
        </pc:spChg>
        <pc:spChg chg="add del mod">
          <ac:chgData name="John Ward" userId="4598b928247da06e" providerId="LiveId" clId="{2022529A-8ADA-4F8D-B35E-18DEE32D8C10}" dt="2025-12-30T18:17:47.314" v="4058" actId="26606"/>
          <ac:spMkLst>
            <pc:docMk/>
            <pc:sldMk cId="2361896451" sldId="257"/>
            <ac:spMk id="3" creationId="{C642ECAA-D994-F007-386A-FEB1DCFEF294}"/>
          </ac:spMkLst>
        </pc:spChg>
        <pc:spChg chg="add del">
          <ac:chgData name="John Ward" userId="4598b928247da06e" providerId="LiveId" clId="{2022529A-8ADA-4F8D-B35E-18DEE32D8C10}" dt="2025-12-30T18:17:27.595" v="4055" actId="26606"/>
          <ac:spMkLst>
            <pc:docMk/>
            <pc:sldMk cId="2361896451" sldId="257"/>
            <ac:spMk id="6" creationId="{73772B81-181F-48B7-8826-4D9686D15DF5}"/>
          </ac:spMkLst>
        </pc:spChg>
        <pc:spChg chg="add del">
          <ac:chgData name="John Ward" userId="4598b928247da06e" providerId="LiveId" clId="{2022529A-8ADA-4F8D-B35E-18DEE32D8C10}" dt="2025-12-30T18:17:02.048" v="4047"/>
          <ac:spMkLst>
            <pc:docMk/>
            <pc:sldMk cId="2361896451" sldId="257"/>
            <ac:spMk id="8" creationId="{5C8908E2-EE49-44D2-9428-A28D2312A8D5}"/>
          </ac:spMkLst>
        </pc:spChg>
        <pc:spChg chg="add del">
          <ac:chgData name="John Ward" userId="4598b928247da06e" providerId="LiveId" clId="{2022529A-8ADA-4F8D-B35E-18DEE32D8C10}" dt="2025-12-30T18:17:27.595" v="4055" actId="26606"/>
          <ac:spMkLst>
            <pc:docMk/>
            <pc:sldMk cId="2361896451" sldId="257"/>
            <ac:spMk id="9" creationId="{9F4444CE-BC8D-4D61-B303-4C05614E62AB}"/>
          </ac:spMkLst>
        </pc:spChg>
        <pc:spChg chg="add del">
          <ac:chgData name="John Ward" userId="4598b928247da06e" providerId="LiveId" clId="{2022529A-8ADA-4F8D-B35E-18DEE32D8C10}" dt="2025-12-30T18:17:27.595" v="4055" actId="26606"/>
          <ac:spMkLst>
            <pc:docMk/>
            <pc:sldMk cId="2361896451" sldId="257"/>
            <ac:spMk id="13" creationId="{B2205F6E-03C6-4E92-877C-E2482F6599AA}"/>
          </ac:spMkLst>
        </pc:spChg>
        <pc:spChg chg="add del">
          <ac:chgData name="John Ward" userId="4598b928247da06e" providerId="LiveId" clId="{2022529A-8ADA-4F8D-B35E-18DEE32D8C10}" dt="2025-12-30T18:17:02.048" v="4047"/>
          <ac:spMkLst>
            <pc:docMk/>
            <pc:sldMk cId="2361896451" sldId="257"/>
            <ac:spMk id="14" creationId="{BD92035A-AA2F-4CD8-A556-1CE8BDEC75BD}"/>
          </ac:spMkLst>
        </pc:spChg>
        <pc:spChg chg="add del">
          <ac:chgData name="John Ward" userId="4598b928247da06e" providerId="LiveId" clId="{2022529A-8ADA-4F8D-B35E-18DEE32D8C10}" dt="2025-12-30T18:17:02.048" v="4047"/>
          <ac:spMkLst>
            <pc:docMk/>
            <pc:sldMk cId="2361896451" sldId="257"/>
            <ac:spMk id="16" creationId="{ED888B23-07FA-482A-96DF-47E31AF1A603}"/>
          </ac:spMkLst>
        </pc:spChg>
        <pc:spChg chg="add del">
          <ac:chgData name="John Ward" userId="4598b928247da06e" providerId="LiveId" clId="{2022529A-8ADA-4F8D-B35E-18DEE32D8C10}" dt="2025-12-30T18:17:47.298" v="4057" actId="26606"/>
          <ac:spMkLst>
            <pc:docMk/>
            <pc:sldMk cId="2361896451" sldId="257"/>
            <ac:spMk id="17" creationId="{C642ECAA-D994-F007-386A-FEB1DCFEF294}"/>
          </ac:spMkLst>
        </pc:spChg>
        <pc:grpChg chg="add del">
          <ac:chgData name="John Ward" userId="4598b928247da06e" providerId="LiveId" clId="{2022529A-8ADA-4F8D-B35E-18DEE32D8C10}" dt="2025-12-30T18:17:02.048" v="4047"/>
          <ac:grpSpMkLst>
            <pc:docMk/>
            <pc:sldMk cId="2361896451" sldId="257"/>
            <ac:grpSpMk id="10" creationId="{5D1A9D8B-3117-4D9D-BDA4-DD81895098B0}"/>
          </ac:grpSpMkLst>
        </pc:grpChg>
        <pc:graphicFrameChg chg="add del">
          <ac:chgData name="John Ward" userId="4598b928247da06e" providerId="LiveId" clId="{2022529A-8ADA-4F8D-B35E-18DEE32D8C10}" dt="2025-12-30T18:17:27.595" v="4055" actId="26606"/>
          <ac:graphicFrameMkLst>
            <pc:docMk/>
            <pc:sldMk cId="2361896451" sldId="257"/>
            <ac:graphicFrameMk id="5" creationId="{1254BC1E-ADA2-67BF-A39D-C683D375F378}"/>
          </ac:graphicFrameMkLst>
        </pc:graphicFrameChg>
        <pc:graphicFrameChg chg="add">
          <ac:chgData name="John Ward" userId="4598b928247da06e" providerId="LiveId" clId="{2022529A-8ADA-4F8D-B35E-18DEE32D8C10}" dt="2025-12-30T18:17:47.314" v="4058" actId="26606"/>
          <ac:graphicFrameMkLst>
            <pc:docMk/>
            <pc:sldMk cId="2361896451" sldId="257"/>
            <ac:graphicFrameMk id="19" creationId="{517242DB-F5E5-017C-3162-2B7E510DE95D}"/>
          </ac:graphicFrameMkLst>
        </pc:graphicFrameChg>
        <pc:cxnChg chg="add del">
          <ac:chgData name="John Ward" userId="4598b928247da06e" providerId="LiveId" clId="{2022529A-8ADA-4F8D-B35E-18DEE32D8C10}" dt="2025-12-30T18:17:47.298" v="4057" actId="26606"/>
          <ac:cxnSpMkLst>
            <pc:docMk/>
            <pc:sldMk cId="2361896451" sldId="257"/>
            <ac:cxnSpMk id="15" creationId="{0B5F7E3B-C5F1-40E0-A491-558BAFBC1127}"/>
          </ac:cxnSpMkLst>
        </pc:cxnChg>
      </pc:sldChg>
      <pc:sldChg chg="addSp delSp modSp mod setBg modAnim delDesignElem modShow">
        <pc:chgData name="John Ward" userId="4598b928247da06e" providerId="LiveId" clId="{2022529A-8ADA-4F8D-B35E-18DEE32D8C10}" dt="2025-12-30T18:18:12.691" v="4059" actId="1076"/>
        <pc:sldMkLst>
          <pc:docMk/>
          <pc:sldMk cId="2275471563" sldId="258"/>
        </pc:sldMkLst>
        <pc:spChg chg="mod">
          <ac:chgData name="John Ward" userId="4598b928247da06e" providerId="LiveId" clId="{2022529A-8ADA-4F8D-B35E-18DEE32D8C10}" dt="2025-12-13T03:24:52.546" v="915" actId="26606"/>
          <ac:spMkLst>
            <pc:docMk/>
            <pc:sldMk cId="2275471563" sldId="258"/>
            <ac:spMk id="2" creationId="{4C5D88AE-8A23-B066-7866-143536B98F23}"/>
          </ac:spMkLst>
        </pc:spChg>
        <pc:spChg chg="mod">
          <ac:chgData name="John Ward" userId="4598b928247da06e" providerId="LiveId" clId="{2022529A-8ADA-4F8D-B35E-18DEE32D8C10}" dt="2025-12-30T18:18:12.691" v="4059" actId="1076"/>
          <ac:spMkLst>
            <pc:docMk/>
            <pc:sldMk cId="2275471563" sldId="258"/>
            <ac:spMk id="3" creationId="{0C36B611-8D93-E4AF-AC1E-6A17C2CC5F81}"/>
          </ac:spMkLst>
        </pc:spChg>
        <pc:spChg chg="add del">
          <ac:chgData name="John Ward" userId="4598b928247da06e" providerId="LiveId" clId="{2022529A-8ADA-4F8D-B35E-18DEE32D8C10}" dt="2025-12-30T18:17:02.048" v="4047"/>
          <ac:spMkLst>
            <pc:docMk/>
            <pc:sldMk cId="2275471563" sldId="258"/>
            <ac:spMk id="8" creationId="{5C8908E2-EE49-44D2-9428-A28D2312A8D5}"/>
          </ac:spMkLst>
        </pc:spChg>
        <pc:spChg chg="add del">
          <ac:chgData name="John Ward" userId="4598b928247da06e" providerId="LiveId" clId="{2022529A-8ADA-4F8D-B35E-18DEE32D8C10}" dt="2025-12-30T18:17:02.048" v="4047"/>
          <ac:spMkLst>
            <pc:docMk/>
            <pc:sldMk cId="2275471563" sldId="258"/>
            <ac:spMk id="14" creationId="{BD92035A-AA2F-4CD8-A556-1CE8BDEC75BD}"/>
          </ac:spMkLst>
        </pc:spChg>
        <pc:spChg chg="add del">
          <ac:chgData name="John Ward" userId="4598b928247da06e" providerId="LiveId" clId="{2022529A-8ADA-4F8D-B35E-18DEE32D8C10}" dt="2025-12-30T18:17:02.048" v="4047"/>
          <ac:spMkLst>
            <pc:docMk/>
            <pc:sldMk cId="2275471563" sldId="258"/>
            <ac:spMk id="16" creationId="{ED888B23-07FA-482A-96DF-47E31AF1A603}"/>
          </ac:spMkLst>
        </pc:spChg>
        <pc:grpChg chg="add del">
          <ac:chgData name="John Ward" userId="4598b928247da06e" providerId="LiveId" clId="{2022529A-8ADA-4F8D-B35E-18DEE32D8C10}" dt="2025-12-30T18:17:02.048" v="4047"/>
          <ac:grpSpMkLst>
            <pc:docMk/>
            <pc:sldMk cId="2275471563" sldId="258"/>
            <ac:grpSpMk id="10" creationId="{5D1A9D8B-3117-4D9D-BDA4-DD81895098B0}"/>
          </ac:grpSpMkLst>
        </pc:grpChg>
      </pc:sldChg>
      <pc:sldChg chg="modSp mod modShow">
        <pc:chgData name="John Ward" userId="4598b928247da06e" providerId="LiveId" clId="{2022529A-8ADA-4F8D-B35E-18DEE32D8C10}" dt="2025-12-30T18:25:15.071" v="4158" actId="729"/>
        <pc:sldMkLst>
          <pc:docMk/>
          <pc:sldMk cId="9724567" sldId="259"/>
        </pc:sldMkLst>
        <pc:spChg chg="mod">
          <ac:chgData name="John Ward" userId="4598b928247da06e" providerId="LiveId" clId="{2022529A-8ADA-4F8D-B35E-18DEE32D8C10}" dt="2025-12-30T18:17:02.048" v="4047"/>
          <ac:spMkLst>
            <pc:docMk/>
            <pc:sldMk cId="9724567" sldId="259"/>
            <ac:spMk id="2" creationId="{6B4460A3-389C-7BDC-B093-169B8EFB2B51}"/>
          </ac:spMkLst>
        </pc:spChg>
        <pc:spChg chg="mod">
          <ac:chgData name="John Ward" userId="4598b928247da06e" providerId="LiveId" clId="{2022529A-8ADA-4F8D-B35E-18DEE32D8C10}" dt="2025-12-30T18:17:02.048" v="4047"/>
          <ac:spMkLst>
            <pc:docMk/>
            <pc:sldMk cId="9724567" sldId="259"/>
            <ac:spMk id="3" creationId="{79445DC7-886D-A487-4D3D-749BC6EB81E5}"/>
          </ac:spMkLst>
        </pc:spChg>
      </pc:sldChg>
      <pc:sldChg chg="addSp delSp modSp mod setBg delDesignElem modShow">
        <pc:chgData name="John Ward" userId="4598b928247da06e" providerId="LiveId" clId="{2022529A-8ADA-4F8D-B35E-18DEE32D8C10}" dt="2025-12-30T18:17:02.048" v="4047"/>
        <pc:sldMkLst>
          <pc:docMk/>
          <pc:sldMk cId="3674103968" sldId="260"/>
        </pc:sldMkLst>
        <pc:spChg chg="mod">
          <ac:chgData name="John Ward" userId="4598b928247da06e" providerId="LiveId" clId="{2022529A-8ADA-4F8D-B35E-18DEE32D8C10}" dt="2025-12-13T03:25:17.933" v="916" actId="26606"/>
          <ac:spMkLst>
            <pc:docMk/>
            <pc:sldMk cId="3674103968" sldId="260"/>
            <ac:spMk id="2" creationId="{941EDCF1-D38F-76AE-B27C-BCE555B4BF01}"/>
          </ac:spMkLst>
        </pc:spChg>
        <pc:spChg chg="mod">
          <ac:chgData name="John Ward" userId="4598b928247da06e" providerId="LiveId" clId="{2022529A-8ADA-4F8D-B35E-18DEE32D8C10}" dt="2025-12-13T03:25:17.933" v="916" actId="26606"/>
          <ac:spMkLst>
            <pc:docMk/>
            <pc:sldMk cId="3674103968" sldId="260"/>
            <ac:spMk id="3" creationId="{FA00006A-C79B-11DC-68F4-0BDB5DC247D3}"/>
          </ac:spMkLst>
        </pc:spChg>
        <pc:spChg chg="add del">
          <ac:chgData name="John Ward" userId="4598b928247da06e" providerId="LiveId" clId="{2022529A-8ADA-4F8D-B35E-18DEE32D8C10}" dt="2025-12-30T18:17:02.048" v="4047"/>
          <ac:spMkLst>
            <pc:docMk/>
            <pc:sldMk cId="3674103968" sldId="260"/>
            <ac:spMk id="8" creationId="{5C8908E2-EE49-44D2-9428-A28D2312A8D5}"/>
          </ac:spMkLst>
        </pc:spChg>
        <pc:spChg chg="add del">
          <ac:chgData name="John Ward" userId="4598b928247da06e" providerId="LiveId" clId="{2022529A-8ADA-4F8D-B35E-18DEE32D8C10}" dt="2025-12-30T18:17:02.048" v="4047"/>
          <ac:spMkLst>
            <pc:docMk/>
            <pc:sldMk cId="3674103968" sldId="260"/>
            <ac:spMk id="14" creationId="{BD92035A-AA2F-4CD8-A556-1CE8BDEC75BD}"/>
          </ac:spMkLst>
        </pc:spChg>
        <pc:spChg chg="add del">
          <ac:chgData name="John Ward" userId="4598b928247da06e" providerId="LiveId" clId="{2022529A-8ADA-4F8D-B35E-18DEE32D8C10}" dt="2025-12-30T18:17:02.048" v="4047"/>
          <ac:spMkLst>
            <pc:docMk/>
            <pc:sldMk cId="3674103968" sldId="260"/>
            <ac:spMk id="16" creationId="{ED888B23-07FA-482A-96DF-47E31AF1A603}"/>
          </ac:spMkLst>
        </pc:spChg>
        <pc:grpChg chg="add del">
          <ac:chgData name="John Ward" userId="4598b928247da06e" providerId="LiveId" clId="{2022529A-8ADA-4F8D-B35E-18DEE32D8C10}" dt="2025-12-30T18:17:02.048" v="4047"/>
          <ac:grpSpMkLst>
            <pc:docMk/>
            <pc:sldMk cId="3674103968" sldId="260"/>
            <ac:grpSpMk id="10" creationId="{5D1A9D8B-3117-4D9D-BDA4-DD81895098B0}"/>
          </ac:grpSpMkLst>
        </pc:grpChg>
      </pc:sldChg>
      <pc:sldChg chg="addSp delSp modSp mod setBg modAnim delDesignElem modShow">
        <pc:chgData name="John Ward" userId="4598b928247da06e" providerId="LiveId" clId="{2022529A-8ADA-4F8D-B35E-18DEE32D8C10}" dt="2025-12-30T18:17:02.048" v="4047"/>
        <pc:sldMkLst>
          <pc:docMk/>
          <pc:sldMk cId="2746753369" sldId="261"/>
        </pc:sldMkLst>
        <pc:spChg chg="mod">
          <ac:chgData name="John Ward" userId="4598b928247da06e" providerId="LiveId" clId="{2022529A-8ADA-4F8D-B35E-18DEE32D8C10}" dt="2025-12-13T03:25:38.561" v="917" actId="26606"/>
          <ac:spMkLst>
            <pc:docMk/>
            <pc:sldMk cId="2746753369" sldId="261"/>
            <ac:spMk id="2" creationId="{ACA031B1-54BA-26EE-8562-ED4C6BA19706}"/>
          </ac:spMkLst>
        </pc:spChg>
        <pc:spChg chg="mod">
          <ac:chgData name="John Ward" userId="4598b928247da06e" providerId="LiveId" clId="{2022529A-8ADA-4F8D-B35E-18DEE32D8C10}" dt="2025-12-13T03:25:38.561" v="917" actId="26606"/>
          <ac:spMkLst>
            <pc:docMk/>
            <pc:sldMk cId="2746753369" sldId="261"/>
            <ac:spMk id="3" creationId="{A0F9FC77-A839-9153-3B67-DC8A10EAB204}"/>
          </ac:spMkLst>
        </pc:spChg>
        <pc:spChg chg="add del">
          <ac:chgData name="John Ward" userId="4598b928247da06e" providerId="LiveId" clId="{2022529A-8ADA-4F8D-B35E-18DEE32D8C10}" dt="2025-12-30T18:17:02.048" v="4047"/>
          <ac:spMkLst>
            <pc:docMk/>
            <pc:sldMk cId="2746753369" sldId="261"/>
            <ac:spMk id="9" creationId="{5AA03EDC-7067-4DFF-B672-541D016AAAB8}"/>
          </ac:spMkLst>
        </pc:spChg>
        <pc:spChg chg="add del">
          <ac:chgData name="John Ward" userId="4598b928247da06e" providerId="LiveId" clId="{2022529A-8ADA-4F8D-B35E-18DEE32D8C10}" dt="2025-12-30T18:17:02.048" v="4047"/>
          <ac:spMkLst>
            <pc:docMk/>
            <pc:sldMk cId="2746753369" sldId="261"/>
            <ac:spMk id="11" creationId="{0EBF3E39-B0BE-496A-8604-9007470FFA3A}"/>
          </ac:spMkLst>
        </pc:spChg>
        <pc:graphicFrameChg chg="add mod modGraphic">
          <ac:chgData name="John Ward" userId="4598b928247da06e" providerId="LiveId" clId="{2022529A-8ADA-4F8D-B35E-18DEE32D8C10}" dt="2025-12-13T20:41:41.915" v="3325" actId="14734"/>
          <ac:graphicFrameMkLst>
            <pc:docMk/>
            <pc:sldMk cId="2746753369" sldId="261"/>
            <ac:graphicFrameMk id="4" creationId="{8A782CE2-F3FB-38D8-A758-0F0A7B58256A}"/>
          </ac:graphicFrameMkLst>
        </pc:graphicFrameChg>
      </pc:sldChg>
      <pc:sldChg chg="addSp modSp mod">
        <pc:chgData name="John Ward" userId="4598b928247da06e" providerId="LiveId" clId="{2022529A-8ADA-4F8D-B35E-18DEE32D8C10}" dt="2025-12-30T18:17:02.048" v="4047"/>
        <pc:sldMkLst>
          <pc:docMk/>
          <pc:sldMk cId="1940232023" sldId="262"/>
        </pc:sldMkLst>
        <pc:spChg chg="mod">
          <ac:chgData name="John Ward" userId="4598b928247da06e" providerId="LiveId" clId="{2022529A-8ADA-4F8D-B35E-18DEE32D8C10}" dt="2025-12-30T18:17:02.048" v="4047"/>
          <ac:spMkLst>
            <pc:docMk/>
            <pc:sldMk cId="1940232023" sldId="262"/>
            <ac:spMk id="2" creationId="{C728195C-FF39-C905-6C37-DFD1D9D8A24B}"/>
          </ac:spMkLst>
        </pc:spChg>
        <pc:spChg chg="mod">
          <ac:chgData name="John Ward" userId="4598b928247da06e" providerId="LiveId" clId="{2022529A-8ADA-4F8D-B35E-18DEE32D8C10}" dt="2025-12-30T18:17:02.048" v="4047"/>
          <ac:spMkLst>
            <pc:docMk/>
            <pc:sldMk cId="1940232023" sldId="262"/>
            <ac:spMk id="3" creationId="{25D026FC-28D8-8A01-3190-68EE721CC379}"/>
          </ac:spMkLst>
        </pc:spChg>
        <pc:spChg chg="add mod">
          <ac:chgData name="John Ward" userId="4598b928247da06e" providerId="LiveId" clId="{2022529A-8ADA-4F8D-B35E-18DEE32D8C10}" dt="2025-12-12T20:48:03.824" v="76" actId="692"/>
          <ac:spMkLst>
            <pc:docMk/>
            <pc:sldMk cId="1940232023" sldId="262"/>
            <ac:spMk id="4" creationId="{644AB992-5E8E-3760-911A-81830CC47A60}"/>
          </ac:spMkLst>
        </pc:spChg>
        <pc:spChg chg="add mod">
          <ac:chgData name="John Ward" userId="4598b928247da06e" providerId="LiveId" clId="{2022529A-8ADA-4F8D-B35E-18DEE32D8C10}" dt="2025-12-12T20:48:14.900" v="77" actId="14100"/>
          <ac:spMkLst>
            <pc:docMk/>
            <pc:sldMk cId="1940232023" sldId="262"/>
            <ac:spMk id="5" creationId="{90721001-EB76-6D4E-F97D-0A864C8CB0CE}"/>
          </ac:spMkLst>
        </pc:spChg>
        <pc:spChg chg="add mod">
          <ac:chgData name="John Ward" userId="4598b928247da06e" providerId="LiveId" clId="{2022529A-8ADA-4F8D-B35E-18DEE32D8C10}" dt="2025-12-12T20:49:23.949" v="90" actId="1076"/>
          <ac:spMkLst>
            <pc:docMk/>
            <pc:sldMk cId="1940232023" sldId="262"/>
            <ac:spMk id="6" creationId="{23458871-57A8-8D98-C181-5C966032D768}"/>
          </ac:spMkLst>
        </pc:spChg>
        <pc:spChg chg="add mod">
          <ac:chgData name="John Ward" userId="4598b928247da06e" providerId="LiveId" clId="{2022529A-8ADA-4F8D-B35E-18DEE32D8C10}" dt="2025-12-12T20:49:36.761" v="92" actId="1076"/>
          <ac:spMkLst>
            <pc:docMk/>
            <pc:sldMk cId="1940232023" sldId="262"/>
            <ac:spMk id="7" creationId="{C680AD4B-7142-3B6A-56D8-C69F8C41F828}"/>
          </ac:spMkLst>
        </pc:spChg>
        <pc:spChg chg="add mod">
          <ac:chgData name="John Ward" userId="4598b928247da06e" providerId="LiveId" clId="{2022529A-8ADA-4F8D-B35E-18DEE32D8C10}" dt="2025-12-12T20:54:37.915" v="239" actId="255"/>
          <ac:spMkLst>
            <pc:docMk/>
            <pc:sldMk cId="1940232023" sldId="262"/>
            <ac:spMk id="8" creationId="{5834A3F6-6E44-B46F-2506-0342D5E1AD31}"/>
          </ac:spMkLst>
        </pc:spChg>
        <pc:spChg chg="add mod">
          <ac:chgData name="John Ward" userId="4598b928247da06e" providerId="LiveId" clId="{2022529A-8ADA-4F8D-B35E-18DEE32D8C10}" dt="2025-12-12T20:54:45.532" v="240" actId="255"/>
          <ac:spMkLst>
            <pc:docMk/>
            <pc:sldMk cId="1940232023" sldId="262"/>
            <ac:spMk id="9" creationId="{37A20B89-ADAD-BAE8-EF94-9A60DD2D3267}"/>
          </ac:spMkLst>
        </pc:spChg>
      </pc:sldChg>
      <pc:sldChg chg="addSp delSp modSp mod setBg delDesignElem">
        <pc:chgData name="John Ward" userId="4598b928247da06e" providerId="LiveId" clId="{2022529A-8ADA-4F8D-B35E-18DEE32D8C10}" dt="2025-12-30T18:18:47.551" v="4062" actId="26606"/>
        <pc:sldMkLst>
          <pc:docMk/>
          <pc:sldMk cId="3260579763" sldId="263"/>
        </pc:sldMkLst>
        <pc:spChg chg="mod">
          <ac:chgData name="John Ward" userId="4598b928247da06e" providerId="LiveId" clId="{2022529A-8ADA-4F8D-B35E-18DEE32D8C10}" dt="2025-12-30T18:18:47.551" v="4062" actId="26606"/>
          <ac:spMkLst>
            <pc:docMk/>
            <pc:sldMk cId="3260579763" sldId="263"/>
            <ac:spMk id="2" creationId="{783CB698-0EB3-27F3-3600-D5DA53FC8B2C}"/>
          </ac:spMkLst>
        </pc:spChg>
        <pc:spChg chg="add del">
          <ac:chgData name="John Ward" userId="4598b928247da06e" providerId="LiveId" clId="{2022529A-8ADA-4F8D-B35E-18DEE32D8C10}" dt="2025-12-30T18:17:02.048" v="4047"/>
          <ac:spMkLst>
            <pc:docMk/>
            <pc:sldMk cId="3260579763" sldId="263"/>
            <ac:spMk id="9" creationId="{5C8908E2-EE49-44D2-9428-A28D2312A8D5}"/>
          </ac:spMkLst>
        </pc:spChg>
        <pc:spChg chg="add del">
          <ac:chgData name="John Ward" userId="4598b928247da06e" providerId="LiveId" clId="{2022529A-8ADA-4F8D-B35E-18DEE32D8C10}" dt="2025-12-30T18:17:02.048" v="4047"/>
          <ac:spMkLst>
            <pc:docMk/>
            <pc:sldMk cId="3260579763" sldId="263"/>
            <ac:spMk id="15" creationId="{7449A6C7-D15F-4AA5-BFA5-71A404B47016}"/>
          </ac:spMkLst>
        </pc:spChg>
        <pc:spChg chg="add del">
          <ac:chgData name="John Ward" userId="4598b928247da06e" providerId="LiveId" clId="{2022529A-8ADA-4F8D-B35E-18DEE32D8C10}" dt="2025-12-30T18:17:02.048" v="4047"/>
          <ac:spMkLst>
            <pc:docMk/>
            <pc:sldMk cId="3260579763" sldId="263"/>
            <ac:spMk id="17" creationId="{ED888B23-07FA-482A-96DF-47E31AF1A603}"/>
          </ac:spMkLst>
        </pc:spChg>
        <pc:grpChg chg="add del">
          <ac:chgData name="John Ward" userId="4598b928247da06e" providerId="LiveId" clId="{2022529A-8ADA-4F8D-B35E-18DEE32D8C10}" dt="2025-12-30T18:17:02.048" v="4047"/>
          <ac:grpSpMkLst>
            <pc:docMk/>
            <pc:sldMk cId="3260579763" sldId="263"/>
            <ac:grpSpMk id="11" creationId="{05314994-6337-4875-8CF5-652CAFE8342C}"/>
          </ac:grpSpMkLst>
        </pc:grpChg>
        <pc:graphicFrameChg chg="add mod modGraphic">
          <ac:chgData name="John Ward" userId="4598b928247da06e" providerId="LiveId" clId="{2022529A-8ADA-4F8D-B35E-18DEE32D8C10}" dt="2025-12-30T18:18:47.551" v="4062" actId="26606"/>
          <ac:graphicFrameMkLst>
            <pc:docMk/>
            <pc:sldMk cId="3260579763" sldId="263"/>
            <ac:graphicFrameMk id="5" creationId="{EDE5EE0E-428F-B45D-F2A2-86C2674D8185}"/>
          </ac:graphicFrameMkLst>
        </pc:graphicFrameChg>
      </pc:sldChg>
      <pc:sldChg chg="addSp delSp modSp mod setBg modAnim delDesignElem">
        <pc:chgData name="John Ward" userId="4598b928247da06e" providerId="LiveId" clId="{2022529A-8ADA-4F8D-B35E-18DEE32D8C10}" dt="2025-12-30T18:19:19.808" v="4065" actId="26606"/>
        <pc:sldMkLst>
          <pc:docMk/>
          <pc:sldMk cId="2442172721" sldId="264"/>
        </pc:sldMkLst>
        <pc:spChg chg="mod ord">
          <ac:chgData name="John Ward" userId="4598b928247da06e" providerId="LiveId" clId="{2022529A-8ADA-4F8D-B35E-18DEE32D8C10}" dt="2025-12-30T18:19:19.808" v="4065" actId="26606"/>
          <ac:spMkLst>
            <pc:docMk/>
            <pc:sldMk cId="2442172721" sldId="264"/>
            <ac:spMk id="2" creationId="{A4DF6942-4BAB-0000-B36A-43FE69092641}"/>
          </ac:spMkLst>
        </pc:spChg>
        <pc:spChg chg="mod">
          <ac:chgData name="John Ward" userId="4598b928247da06e" providerId="LiveId" clId="{2022529A-8ADA-4F8D-B35E-18DEE32D8C10}" dt="2025-12-30T18:19:19.808" v="4065" actId="26606"/>
          <ac:spMkLst>
            <pc:docMk/>
            <pc:sldMk cId="2442172721" sldId="264"/>
            <ac:spMk id="3" creationId="{4C7C4BE2-447A-53FD-56B6-462562DBC1D6}"/>
          </ac:spMkLst>
        </pc:spChg>
        <pc:spChg chg="add">
          <ac:chgData name="John Ward" userId="4598b928247da06e" providerId="LiveId" clId="{2022529A-8ADA-4F8D-B35E-18DEE32D8C10}" dt="2025-12-30T18:19:19.808" v="4065" actId="26606"/>
          <ac:spMkLst>
            <pc:docMk/>
            <pc:sldMk cId="2442172721" sldId="264"/>
            <ac:spMk id="7" creationId="{C52ED567-06B3-4107-9773-BBB6BD78673C}"/>
          </ac:spMkLst>
        </pc:spChg>
        <pc:spChg chg="add del">
          <ac:chgData name="John Ward" userId="4598b928247da06e" providerId="LiveId" clId="{2022529A-8ADA-4F8D-B35E-18DEE32D8C10}" dt="2025-12-30T18:17:02.048" v="4047"/>
          <ac:spMkLst>
            <pc:docMk/>
            <pc:sldMk cId="2442172721" sldId="264"/>
            <ac:spMk id="8" creationId="{5C8908E2-EE49-44D2-9428-A28D2312A8D5}"/>
          </ac:spMkLst>
        </pc:spChg>
        <pc:spChg chg="add">
          <ac:chgData name="John Ward" userId="4598b928247da06e" providerId="LiveId" clId="{2022529A-8ADA-4F8D-B35E-18DEE32D8C10}" dt="2025-12-30T18:19:19.808" v="4065" actId="26606"/>
          <ac:spMkLst>
            <pc:docMk/>
            <pc:sldMk cId="2442172721" sldId="264"/>
            <ac:spMk id="9" creationId="{AF551D8B-3775-4477-88B7-7B7C350D34E4}"/>
          </ac:spMkLst>
        </pc:spChg>
        <pc:spChg chg="add del">
          <ac:chgData name="John Ward" userId="4598b928247da06e" providerId="LiveId" clId="{2022529A-8ADA-4F8D-B35E-18DEE32D8C10}" dt="2025-12-30T18:17:02.048" v="4047"/>
          <ac:spMkLst>
            <pc:docMk/>
            <pc:sldMk cId="2442172721" sldId="264"/>
            <ac:spMk id="14" creationId="{BD92035A-AA2F-4CD8-A556-1CE8BDEC75BD}"/>
          </ac:spMkLst>
        </pc:spChg>
        <pc:spChg chg="add del">
          <ac:chgData name="John Ward" userId="4598b928247da06e" providerId="LiveId" clId="{2022529A-8ADA-4F8D-B35E-18DEE32D8C10}" dt="2025-12-30T18:17:02.048" v="4047"/>
          <ac:spMkLst>
            <pc:docMk/>
            <pc:sldMk cId="2442172721" sldId="264"/>
            <ac:spMk id="16" creationId="{ED888B23-07FA-482A-96DF-47E31AF1A603}"/>
          </ac:spMkLst>
        </pc:spChg>
        <pc:spChg chg="add">
          <ac:chgData name="John Ward" userId="4598b928247da06e" providerId="LiveId" clId="{2022529A-8ADA-4F8D-B35E-18DEE32D8C10}" dt="2025-12-30T18:19:19.808" v="4065" actId="26606"/>
          <ac:spMkLst>
            <pc:docMk/>
            <pc:sldMk cId="2442172721" sldId="264"/>
            <ac:spMk id="17" creationId="{BB934D2B-85E2-4375-94EE-B66C16BF7999}"/>
          </ac:spMkLst>
        </pc:spChg>
        <pc:spChg chg="add">
          <ac:chgData name="John Ward" userId="4598b928247da06e" providerId="LiveId" clId="{2022529A-8ADA-4F8D-B35E-18DEE32D8C10}" dt="2025-12-30T18:19:19.808" v="4065" actId="26606"/>
          <ac:spMkLst>
            <pc:docMk/>
            <pc:sldMk cId="2442172721" sldId="264"/>
            <ac:spMk id="18" creationId="{9B445E02-D785-4565-B842-9567BBC09508}"/>
          </ac:spMkLst>
        </pc:spChg>
        <pc:spChg chg="add">
          <ac:chgData name="John Ward" userId="4598b928247da06e" providerId="LiveId" clId="{2022529A-8ADA-4F8D-B35E-18DEE32D8C10}" dt="2025-12-30T18:19:19.808" v="4065" actId="26606"/>
          <ac:spMkLst>
            <pc:docMk/>
            <pc:sldMk cId="2442172721" sldId="264"/>
            <ac:spMk id="20" creationId="{2C153736-D102-4F57-9DE7-615AFC02B0AC}"/>
          </ac:spMkLst>
        </pc:spChg>
        <pc:spChg chg="add">
          <ac:chgData name="John Ward" userId="4598b928247da06e" providerId="LiveId" clId="{2022529A-8ADA-4F8D-B35E-18DEE32D8C10}" dt="2025-12-30T18:19:19.808" v="4065" actId="26606"/>
          <ac:spMkLst>
            <pc:docMk/>
            <pc:sldMk cId="2442172721" sldId="264"/>
            <ac:spMk id="22" creationId="{BA407A52-66F4-4CDE-A726-FF79F3EC342D}"/>
          </ac:spMkLst>
        </pc:spChg>
        <pc:spChg chg="add">
          <ac:chgData name="John Ward" userId="4598b928247da06e" providerId="LiveId" clId="{2022529A-8ADA-4F8D-B35E-18DEE32D8C10}" dt="2025-12-30T18:19:19.808" v="4065" actId="26606"/>
          <ac:spMkLst>
            <pc:docMk/>
            <pc:sldMk cId="2442172721" sldId="264"/>
            <ac:spMk id="26" creationId="{205F7B13-ACB5-46BE-8070-0431266B183B}"/>
          </ac:spMkLst>
        </pc:spChg>
        <pc:spChg chg="add">
          <ac:chgData name="John Ward" userId="4598b928247da06e" providerId="LiveId" clId="{2022529A-8ADA-4F8D-B35E-18DEE32D8C10}" dt="2025-12-30T18:19:19.808" v="4065" actId="26606"/>
          <ac:spMkLst>
            <pc:docMk/>
            <pc:sldMk cId="2442172721" sldId="264"/>
            <ac:spMk id="28" creationId="{D52A0D23-45DD-4DF4-ADE6-A81F409BB9FB}"/>
          </ac:spMkLst>
        </pc:spChg>
        <pc:grpChg chg="add del">
          <ac:chgData name="John Ward" userId="4598b928247da06e" providerId="LiveId" clId="{2022529A-8ADA-4F8D-B35E-18DEE32D8C10}" dt="2025-12-30T18:17:02.048" v="4047"/>
          <ac:grpSpMkLst>
            <pc:docMk/>
            <pc:sldMk cId="2442172721" sldId="264"/>
            <ac:grpSpMk id="10" creationId="{5D1A9D8B-3117-4D9D-BDA4-DD81895098B0}"/>
          </ac:grpSpMkLst>
        </pc:grpChg>
        <pc:cxnChg chg="add del">
          <ac:chgData name="John Ward" userId="4598b928247da06e" providerId="LiveId" clId="{2022529A-8ADA-4F8D-B35E-18DEE32D8C10}" dt="2025-12-30T18:19:19.792" v="4064" actId="26606"/>
          <ac:cxnSpMkLst>
            <pc:docMk/>
            <pc:sldMk cId="2442172721" sldId="264"/>
            <ac:cxnSpMk id="5" creationId="{0B5F7E3B-C5F1-40E0-A491-558BAFBC1127}"/>
          </ac:cxnSpMkLst>
        </pc:cxnChg>
      </pc:sldChg>
      <pc:sldChg chg="addSp delSp modSp add mod">
        <pc:chgData name="John Ward" userId="4598b928247da06e" providerId="LiveId" clId="{2022529A-8ADA-4F8D-B35E-18DEE32D8C10}" dt="2025-12-30T18:18:30.817" v="4060" actId="1076"/>
        <pc:sldMkLst>
          <pc:docMk/>
          <pc:sldMk cId="514130219" sldId="266"/>
        </pc:sldMkLst>
        <pc:spChg chg="mod">
          <ac:chgData name="John Ward" userId="4598b928247da06e" providerId="LiveId" clId="{2022529A-8ADA-4F8D-B35E-18DEE32D8C10}" dt="2025-12-30T18:17:02.048" v="4047"/>
          <ac:spMkLst>
            <pc:docMk/>
            <pc:sldMk cId="514130219" sldId="266"/>
            <ac:spMk id="2" creationId="{770B89B7-85BF-6114-DAE0-929C7E6571B8}"/>
          </ac:spMkLst>
        </pc:spChg>
        <pc:spChg chg="mod">
          <ac:chgData name="John Ward" userId="4598b928247da06e" providerId="LiveId" clId="{2022529A-8ADA-4F8D-B35E-18DEE32D8C10}" dt="2025-12-30T18:17:02.048" v="4047"/>
          <ac:spMkLst>
            <pc:docMk/>
            <pc:sldMk cId="514130219" sldId="266"/>
            <ac:spMk id="3" creationId="{103BD67A-8506-6B6F-F08C-76FE35B10577}"/>
          </ac:spMkLst>
        </pc:spChg>
        <pc:spChg chg="mod">
          <ac:chgData name="John Ward" userId="4598b928247da06e" providerId="LiveId" clId="{2022529A-8ADA-4F8D-B35E-18DEE32D8C10}" dt="2025-12-12T20:55:14.492" v="243" actId="255"/>
          <ac:spMkLst>
            <pc:docMk/>
            <pc:sldMk cId="514130219" sldId="266"/>
            <ac:spMk id="8" creationId="{B94B9320-1C74-3CC3-2708-471ED699E373}"/>
          </ac:spMkLst>
        </pc:spChg>
        <pc:spChg chg="mod">
          <ac:chgData name="John Ward" userId="4598b928247da06e" providerId="LiveId" clId="{2022529A-8ADA-4F8D-B35E-18DEE32D8C10}" dt="2025-12-12T20:55:26.810" v="245" actId="255"/>
          <ac:spMkLst>
            <pc:docMk/>
            <pc:sldMk cId="514130219" sldId="266"/>
            <ac:spMk id="9" creationId="{EC5EE527-9CBD-98B5-89E2-0715EE80A38A}"/>
          </ac:spMkLst>
        </pc:spChg>
        <pc:spChg chg="add mod">
          <ac:chgData name="John Ward" userId="4598b928247da06e" providerId="LiveId" clId="{2022529A-8ADA-4F8D-B35E-18DEE32D8C10}" dt="2025-12-12T20:55:07.403" v="242" actId="1076"/>
          <ac:spMkLst>
            <pc:docMk/>
            <pc:sldMk cId="514130219" sldId="266"/>
            <ac:spMk id="10" creationId="{494281DE-601A-DAB8-615F-F53FB5F7E57B}"/>
          </ac:spMkLst>
        </pc:spChg>
        <pc:spChg chg="add mod">
          <ac:chgData name="John Ward" userId="4598b928247da06e" providerId="LiveId" clId="{2022529A-8ADA-4F8D-B35E-18DEE32D8C10}" dt="2025-12-30T18:18:30.817" v="4060" actId="1076"/>
          <ac:spMkLst>
            <pc:docMk/>
            <pc:sldMk cId="514130219" sldId="266"/>
            <ac:spMk id="12" creationId="{0D13C88C-AE45-5BAB-4DEE-608BD3E2587E}"/>
          </ac:spMkLst>
        </pc:spChg>
      </pc:sldChg>
      <pc:sldChg chg="modSp add mod">
        <pc:chgData name="John Ward" userId="4598b928247da06e" providerId="LiveId" clId="{2022529A-8ADA-4F8D-B35E-18DEE32D8C10}" dt="2025-12-30T18:18:38.859" v="4061" actId="1076"/>
        <pc:sldMkLst>
          <pc:docMk/>
          <pc:sldMk cId="451510013" sldId="267"/>
        </pc:sldMkLst>
        <pc:spChg chg="mod">
          <ac:chgData name="John Ward" userId="4598b928247da06e" providerId="LiveId" clId="{2022529A-8ADA-4F8D-B35E-18DEE32D8C10}" dt="2025-12-30T18:17:02.048" v="4047"/>
          <ac:spMkLst>
            <pc:docMk/>
            <pc:sldMk cId="451510013" sldId="267"/>
            <ac:spMk id="2" creationId="{F9441332-D1C3-CAD8-9062-892493106A0E}"/>
          </ac:spMkLst>
        </pc:spChg>
        <pc:spChg chg="mod">
          <ac:chgData name="John Ward" userId="4598b928247da06e" providerId="LiveId" clId="{2022529A-8ADA-4F8D-B35E-18DEE32D8C10}" dt="2025-12-30T18:17:02.048" v="4047"/>
          <ac:spMkLst>
            <pc:docMk/>
            <pc:sldMk cId="451510013" sldId="267"/>
            <ac:spMk id="3" creationId="{C5BBA7EA-9019-A192-049D-646EFDC8BE62}"/>
          </ac:spMkLst>
        </pc:spChg>
        <pc:spChg chg="mod">
          <ac:chgData name="John Ward" userId="4598b928247da06e" providerId="LiveId" clId="{2022529A-8ADA-4F8D-B35E-18DEE32D8C10}" dt="2025-12-12T20:56:07.194" v="248" actId="255"/>
          <ac:spMkLst>
            <pc:docMk/>
            <pc:sldMk cId="451510013" sldId="267"/>
            <ac:spMk id="8" creationId="{06C81D4C-10A0-B4CA-A46E-0F860E03B8EA}"/>
          </ac:spMkLst>
        </pc:spChg>
        <pc:spChg chg="mod">
          <ac:chgData name="John Ward" userId="4598b928247da06e" providerId="LiveId" clId="{2022529A-8ADA-4F8D-B35E-18DEE32D8C10}" dt="2025-12-12T20:56:14.122" v="249" actId="255"/>
          <ac:spMkLst>
            <pc:docMk/>
            <pc:sldMk cId="451510013" sldId="267"/>
            <ac:spMk id="9" creationId="{43D667EC-DB25-90A2-964B-90ECF578E9B5}"/>
          </ac:spMkLst>
        </pc:spChg>
        <pc:spChg chg="mod">
          <ac:chgData name="John Ward" userId="4598b928247da06e" providerId="LiveId" clId="{2022529A-8ADA-4F8D-B35E-18DEE32D8C10}" dt="2025-12-12T20:56:00.230" v="247" actId="255"/>
          <ac:spMkLst>
            <pc:docMk/>
            <pc:sldMk cId="451510013" sldId="267"/>
            <ac:spMk id="10" creationId="{2A4BFBDB-978B-D639-501B-1370BC4A8F2B}"/>
          </ac:spMkLst>
        </pc:spChg>
        <pc:spChg chg="mod">
          <ac:chgData name="John Ward" userId="4598b928247da06e" providerId="LiveId" clId="{2022529A-8ADA-4F8D-B35E-18DEE32D8C10}" dt="2025-12-30T18:18:38.859" v="4061" actId="1076"/>
          <ac:spMkLst>
            <pc:docMk/>
            <pc:sldMk cId="451510013" sldId="267"/>
            <ac:spMk id="12" creationId="{3042289C-C16D-9BAC-A5B7-DD727AA8F7D8}"/>
          </ac:spMkLst>
        </pc:spChg>
      </pc:sldChg>
      <pc:sldChg chg="addSp delSp modSp new mod setBg delDesignElem">
        <pc:chgData name="John Ward" userId="4598b928247da06e" providerId="LiveId" clId="{2022529A-8ADA-4F8D-B35E-18DEE32D8C10}" dt="2025-12-30T18:17:02.145" v="4050" actId="27636"/>
        <pc:sldMkLst>
          <pc:docMk/>
          <pc:sldMk cId="1900863265" sldId="269"/>
        </pc:sldMkLst>
        <pc:spChg chg="mod">
          <ac:chgData name="John Ward" userId="4598b928247da06e" providerId="LiveId" clId="{2022529A-8ADA-4F8D-B35E-18DEE32D8C10}" dt="2025-12-30T18:17:02.145" v="4050" actId="27636"/>
          <ac:spMkLst>
            <pc:docMk/>
            <pc:sldMk cId="1900863265" sldId="269"/>
            <ac:spMk id="2" creationId="{CA782DE0-B24E-08FA-1D24-F1A3E85C1EE5}"/>
          </ac:spMkLst>
        </pc:spChg>
        <pc:spChg chg="add del">
          <ac:chgData name="John Ward" userId="4598b928247da06e" providerId="LiveId" clId="{2022529A-8ADA-4F8D-B35E-18DEE32D8C10}" dt="2025-12-30T18:17:02.048" v="4047"/>
          <ac:spMkLst>
            <pc:docMk/>
            <pc:sldMk cId="1900863265" sldId="269"/>
            <ac:spMk id="14" creationId="{5C8908E2-EE49-44D2-9428-A28D2312A8D5}"/>
          </ac:spMkLst>
        </pc:spChg>
        <pc:spChg chg="add del">
          <ac:chgData name="John Ward" userId="4598b928247da06e" providerId="LiveId" clId="{2022529A-8ADA-4F8D-B35E-18DEE32D8C10}" dt="2025-12-30T18:17:02.048" v="4047"/>
          <ac:spMkLst>
            <pc:docMk/>
            <pc:sldMk cId="1900863265" sldId="269"/>
            <ac:spMk id="20" creationId="{7449A6C7-D15F-4AA5-BFA5-71A404B47016}"/>
          </ac:spMkLst>
        </pc:spChg>
        <pc:spChg chg="add del">
          <ac:chgData name="John Ward" userId="4598b928247da06e" providerId="LiveId" clId="{2022529A-8ADA-4F8D-B35E-18DEE32D8C10}" dt="2025-12-30T18:17:02.048" v="4047"/>
          <ac:spMkLst>
            <pc:docMk/>
            <pc:sldMk cId="1900863265" sldId="269"/>
            <ac:spMk id="22" creationId="{ED888B23-07FA-482A-96DF-47E31AF1A603}"/>
          </ac:spMkLst>
        </pc:spChg>
        <pc:grpChg chg="add del">
          <ac:chgData name="John Ward" userId="4598b928247da06e" providerId="LiveId" clId="{2022529A-8ADA-4F8D-B35E-18DEE32D8C10}" dt="2025-12-30T18:17:02.048" v="4047"/>
          <ac:grpSpMkLst>
            <pc:docMk/>
            <pc:sldMk cId="1900863265" sldId="269"/>
            <ac:grpSpMk id="16" creationId="{05314994-6337-4875-8CF5-652CAFE8342C}"/>
          </ac:grpSpMkLst>
        </pc:grpChg>
        <pc:graphicFrameChg chg="add del mod">
          <ac:chgData name="John Ward" userId="4598b928247da06e" providerId="LiveId" clId="{2022529A-8ADA-4F8D-B35E-18DEE32D8C10}" dt="2025-12-18T05:38:44.057" v="3497" actId="14100"/>
          <ac:graphicFrameMkLst>
            <pc:docMk/>
            <pc:sldMk cId="1900863265" sldId="269"/>
            <ac:graphicFrameMk id="3" creationId="{F0E00686-CA50-65AD-B858-F7DD63642C4E}"/>
          </ac:graphicFrameMkLst>
        </pc:graphicFrameChg>
      </pc:sldChg>
      <pc:sldChg chg="addSp delSp modSp new mod setBg modClrScheme delDesignElem chgLayout">
        <pc:chgData name="John Ward" userId="4598b928247da06e" providerId="LiveId" clId="{2022529A-8ADA-4F8D-B35E-18DEE32D8C10}" dt="2025-12-30T18:20:31.050" v="4071" actId="26606"/>
        <pc:sldMkLst>
          <pc:docMk/>
          <pc:sldMk cId="1261431627" sldId="270"/>
        </pc:sldMkLst>
        <pc:spChg chg="mod ord">
          <ac:chgData name="John Ward" userId="4598b928247da06e" providerId="LiveId" clId="{2022529A-8ADA-4F8D-B35E-18DEE32D8C10}" dt="2025-12-30T18:20:31.050" v="4071" actId="26606"/>
          <ac:spMkLst>
            <pc:docMk/>
            <pc:sldMk cId="1261431627" sldId="270"/>
            <ac:spMk id="2" creationId="{C7E3F4BC-0078-F214-1CC3-A2F84460F99A}"/>
          </ac:spMkLst>
        </pc:spChg>
        <pc:spChg chg="add del">
          <ac:chgData name="John Ward" userId="4598b928247da06e" providerId="LiveId" clId="{2022529A-8ADA-4F8D-B35E-18DEE32D8C10}" dt="2025-12-30T18:20:31.050" v="4071" actId="26606"/>
          <ac:spMkLst>
            <pc:docMk/>
            <pc:sldMk cId="1261431627" sldId="270"/>
            <ac:spMk id="6" creationId="{9F4444CE-BC8D-4D61-B303-4C05614E62AB}"/>
          </ac:spMkLst>
        </pc:spChg>
        <pc:spChg chg="add del">
          <ac:chgData name="John Ward" userId="4598b928247da06e" providerId="LiveId" clId="{2022529A-8ADA-4F8D-B35E-18DEE32D8C10}" dt="2025-12-30T18:20:31.050" v="4071" actId="26606"/>
          <ac:spMkLst>
            <pc:docMk/>
            <pc:sldMk cId="1261431627" sldId="270"/>
            <ac:spMk id="7" creationId="{73772B81-181F-48B7-8826-4D9686D15DF5}"/>
          </ac:spMkLst>
        </pc:spChg>
        <pc:spChg chg="add del">
          <ac:chgData name="John Ward" userId="4598b928247da06e" providerId="LiveId" clId="{2022529A-8ADA-4F8D-B35E-18DEE32D8C10}" dt="2025-12-30T18:20:31.050" v="4071" actId="26606"/>
          <ac:spMkLst>
            <pc:docMk/>
            <pc:sldMk cId="1261431627" sldId="270"/>
            <ac:spMk id="8" creationId="{B2205F6E-03C6-4E92-877C-E2482F6599AA}"/>
          </ac:spMkLst>
        </pc:spChg>
        <pc:spChg chg="add del">
          <ac:chgData name="John Ward" userId="4598b928247da06e" providerId="LiveId" clId="{2022529A-8ADA-4F8D-B35E-18DEE32D8C10}" dt="2025-12-30T18:17:02.048" v="4047"/>
          <ac:spMkLst>
            <pc:docMk/>
            <pc:sldMk cId="1261431627" sldId="270"/>
            <ac:spMk id="9" creationId="{5C8908E2-EE49-44D2-9428-A28D2312A8D5}"/>
          </ac:spMkLst>
        </pc:spChg>
        <pc:spChg chg="add del">
          <ac:chgData name="John Ward" userId="4598b928247da06e" providerId="LiveId" clId="{2022529A-8ADA-4F8D-B35E-18DEE32D8C10}" dt="2025-12-30T18:17:02.048" v="4047"/>
          <ac:spMkLst>
            <pc:docMk/>
            <pc:sldMk cId="1261431627" sldId="270"/>
            <ac:spMk id="15" creationId="{7449A6C7-D15F-4AA5-BFA5-71A404B47016}"/>
          </ac:spMkLst>
        </pc:spChg>
        <pc:spChg chg="add del">
          <ac:chgData name="John Ward" userId="4598b928247da06e" providerId="LiveId" clId="{2022529A-8ADA-4F8D-B35E-18DEE32D8C10}" dt="2025-12-30T18:17:02.048" v="4047"/>
          <ac:spMkLst>
            <pc:docMk/>
            <pc:sldMk cId="1261431627" sldId="270"/>
            <ac:spMk id="17" creationId="{ED888B23-07FA-482A-96DF-47E31AF1A603}"/>
          </ac:spMkLst>
        </pc:spChg>
        <pc:grpChg chg="add del">
          <ac:chgData name="John Ward" userId="4598b928247da06e" providerId="LiveId" clId="{2022529A-8ADA-4F8D-B35E-18DEE32D8C10}" dt="2025-12-30T18:17:02.048" v="4047"/>
          <ac:grpSpMkLst>
            <pc:docMk/>
            <pc:sldMk cId="1261431627" sldId="270"/>
            <ac:grpSpMk id="11" creationId="{05314994-6337-4875-8CF5-652CAFE8342C}"/>
          </ac:grpSpMkLst>
        </pc:grpChg>
        <pc:graphicFrameChg chg="add mod ord modGraphic">
          <ac:chgData name="John Ward" userId="4598b928247da06e" providerId="LiveId" clId="{2022529A-8ADA-4F8D-B35E-18DEE32D8C10}" dt="2025-12-30T18:20:31.050" v="4071" actId="26606"/>
          <ac:graphicFrameMkLst>
            <pc:docMk/>
            <pc:sldMk cId="1261431627" sldId="270"/>
            <ac:graphicFrameMk id="4" creationId="{9DF104A6-37DD-1623-FBE5-EC7C99834CB5}"/>
          </ac:graphicFrameMkLst>
        </pc:graphicFrameChg>
      </pc:sldChg>
      <pc:sldChg chg="addSp delSp modSp new mod setBg delDesignElem">
        <pc:chgData name="John Ward" userId="4598b928247da06e" providerId="LiveId" clId="{2022529A-8ADA-4F8D-B35E-18DEE32D8C10}" dt="2025-12-30T18:17:02.160" v="4052" actId="27636"/>
        <pc:sldMkLst>
          <pc:docMk/>
          <pc:sldMk cId="1598843969" sldId="271"/>
        </pc:sldMkLst>
        <pc:spChg chg="mod">
          <ac:chgData name="John Ward" userId="4598b928247da06e" providerId="LiveId" clId="{2022529A-8ADA-4F8D-B35E-18DEE32D8C10}" dt="2025-12-30T18:17:02.160" v="4052" actId="27636"/>
          <ac:spMkLst>
            <pc:docMk/>
            <pc:sldMk cId="1598843969" sldId="271"/>
            <ac:spMk id="2" creationId="{29FFDE2B-8053-BD4B-C3C0-B921C536F266}"/>
          </ac:spMkLst>
        </pc:spChg>
        <pc:spChg chg="add del">
          <ac:chgData name="John Ward" userId="4598b928247da06e" providerId="LiveId" clId="{2022529A-8ADA-4F8D-B35E-18DEE32D8C10}" dt="2025-12-30T18:17:02.048" v="4047"/>
          <ac:spMkLst>
            <pc:docMk/>
            <pc:sldMk cId="1598843969" sldId="271"/>
            <ac:spMk id="9" creationId="{5C8908E2-EE49-44D2-9428-A28D2312A8D5}"/>
          </ac:spMkLst>
        </pc:spChg>
        <pc:spChg chg="add del">
          <ac:chgData name="John Ward" userId="4598b928247da06e" providerId="LiveId" clId="{2022529A-8ADA-4F8D-B35E-18DEE32D8C10}" dt="2025-12-30T18:17:02.048" v="4047"/>
          <ac:spMkLst>
            <pc:docMk/>
            <pc:sldMk cId="1598843969" sldId="271"/>
            <ac:spMk id="15" creationId="{7449A6C7-D15F-4AA5-BFA5-71A404B47016}"/>
          </ac:spMkLst>
        </pc:spChg>
        <pc:spChg chg="add del">
          <ac:chgData name="John Ward" userId="4598b928247da06e" providerId="LiveId" clId="{2022529A-8ADA-4F8D-B35E-18DEE32D8C10}" dt="2025-12-30T18:17:02.048" v="4047"/>
          <ac:spMkLst>
            <pc:docMk/>
            <pc:sldMk cId="1598843969" sldId="271"/>
            <ac:spMk id="17" creationId="{ED888B23-07FA-482A-96DF-47E31AF1A603}"/>
          </ac:spMkLst>
        </pc:spChg>
        <pc:grpChg chg="add del">
          <ac:chgData name="John Ward" userId="4598b928247da06e" providerId="LiveId" clId="{2022529A-8ADA-4F8D-B35E-18DEE32D8C10}" dt="2025-12-30T18:17:02.048" v="4047"/>
          <ac:grpSpMkLst>
            <pc:docMk/>
            <pc:sldMk cId="1598843969" sldId="271"/>
            <ac:grpSpMk id="11" creationId="{05314994-6337-4875-8CF5-652CAFE8342C}"/>
          </ac:grpSpMkLst>
        </pc:grpChg>
        <pc:graphicFrameChg chg="add del mod">
          <ac:chgData name="John Ward" userId="4598b928247da06e" providerId="LiveId" clId="{2022529A-8ADA-4F8D-B35E-18DEE32D8C10}" dt="2025-12-18T05:42:54.543" v="3567" actId="14100"/>
          <ac:graphicFrameMkLst>
            <pc:docMk/>
            <pc:sldMk cId="1598843969" sldId="271"/>
            <ac:graphicFrameMk id="3" creationId="{EC429B74-560D-49A0-8FA9-24960CBD1545}"/>
          </ac:graphicFrameMkLst>
        </pc:graphicFrameChg>
      </pc:sldChg>
      <pc:sldChg chg="addSp delSp modSp new mod">
        <pc:chgData name="John Ward" userId="4598b928247da06e" providerId="LiveId" clId="{2022529A-8ADA-4F8D-B35E-18DEE32D8C10}" dt="2025-12-30T18:17:02.048" v="4047"/>
        <pc:sldMkLst>
          <pc:docMk/>
          <pc:sldMk cId="4165977274" sldId="274"/>
        </pc:sldMkLst>
        <pc:spChg chg="mod">
          <ac:chgData name="John Ward" userId="4598b928247da06e" providerId="LiveId" clId="{2022529A-8ADA-4F8D-B35E-18DEE32D8C10}" dt="2025-12-30T18:17:02.048" v="4047"/>
          <ac:spMkLst>
            <pc:docMk/>
            <pc:sldMk cId="4165977274" sldId="274"/>
            <ac:spMk id="2" creationId="{771709AB-C89F-B6D0-AE71-8B48E000DFBD}"/>
          </ac:spMkLst>
        </pc:spChg>
        <pc:graphicFrameChg chg="add mod ord modGraphic">
          <ac:chgData name="John Ward" userId="4598b928247da06e" providerId="LiveId" clId="{2022529A-8ADA-4F8D-B35E-18DEE32D8C10}" dt="2025-12-30T18:17:02.048" v="4047"/>
          <ac:graphicFrameMkLst>
            <pc:docMk/>
            <pc:sldMk cId="4165977274" sldId="274"/>
            <ac:graphicFrameMk id="4" creationId="{0F07B318-40C7-A368-FC51-ABC0D524BBC8}"/>
          </ac:graphicFrameMkLst>
        </pc:graphicFrameChg>
      </pc:sldChg>
      <pc:sldChg chg="addSp delSp modSp add mod modAnim delDesignElem">
        <pc:chgData name="John Ward" userId="4598b928247da06e" providerId="LiveId" clId="{2022529A-8ADA-4F8D-B35E-18DEE32D8C10}" dt="2025-12-30T18:19:29.825" v="4066" actId="26606"/>
        <pc:sldMkLst>
          <pc:docMk/>
          <pc:sldMk cId="3251720709" sldId="275"/>
        </pc:sldMkLst>
        <pc:spChg chg="mod">
          <ac:chgData name="John Ward" userId="4598b928247da06e" providerId="LiveId" clId="{2022529A-8ADA-4F8D-B35E-18DEE32D8C10}" dt="2025-12-30T18:19:29.825" v="4066" actId="26606"/>
          <ac:spMkLst>
            <pc:docMk/>
            <pc:sldMk cId="3251720709" sldId="275"/>
            <ac:spMk id="3" creationId="{240D8196-E89E-C730-0DCA-3487B1953092}"/>
          </ac:spMkLst>
        </pc:spChg>
        <pc:spChg chg="add">
          <ac:chgData name="John Ward" userId="4598b928247da06e" providerId="LiveId" clId="{2022529A-8ADA-4F8D-B35E-18DEE32D8C10}" dt="2025-12-30T18:19:29.825" v="4066" actId="26606"/>
          <ac:spMkLst>
            <pc:docMk/>
            <pc:sldMk cId="3251720709" sldId="275"/>
            <ac:spMk id="5" creationId="{C52ED567-06B3-4107-9773-BBB6BD78673C}"/>
          </ac:spMkLst>
        </pc:spChg>
        <pc:spChg chg="add">
          <ac:chgData name="John Ward" userId="4598b928247da06e" providerId="LiveId" clId="{2022529A-8ADA-4F8D-B35E-18DEE32D8C10}" dt="2025-12-30T18:19:29.825" v="4066" actId="26606"/>
          <ac:spMkLst>
            <pc:docMk/>
            <pc:sldMk cId="3251720709" sldId="275"/>
            <ac:spMk id="6" creationId="{AF551D8B-3775-4477-88B7-7B7C350D34E4}"/>
          </ac:spMkLst>
        </pc:spChg>
        <pc:spChg chg="del">
          <ac:chgData name="John Ward" userId="4598b928247da06e" providerId="LiveId" clId="{2022529A-8ADA-4F8D-B35E-18DEE32D8C10}" dt="2025-12-30T18:17:02.048" v="4047"/>
          <ac:spMkLst>
            <pc:docMk/>
            <pc:sldMk cId="3251720709" sldId="275"/>
            <ac:spMk id="8" creationId="{9757BFF8-EB9B-2371-228F-0D170CC8BF68}"/>
          </ac:spMkLst>
        </pc:spChg>
        <pc:spChg chg="add">
          <ac:chgData name="John Ward" userId="4598b928247da06e" providerId="LiveId" clId="{2022529A-8ADA-4F8D-B35E-18DEE32D8C10}" dt="2025-12-30T18:19:29.825" v="4066" actId="26606"/>
          <ac:spMkLst>
            <pc:docMk/>
            <pc:sldMk cId="3251720709" sldId="275"/>
            <ac:spMk id="13" creationId="{BB934D2B-85E2-4375-94EE-B66C16BF7999}"/>
          </ac:spMkLst>
        </pc:spChg>
        <pc:spChg chg="del">
          <ac:chgData name="John Ward" userId="4598b928247da06e" providerId="LiveId" clId="{2022529A-8ADA-4F8D-B35E-18DEE32D8C10}" dt="2025-12-30T18:17:02.048" v="4047"/>
          <ac:spMkLst>
            <pc:docMk/>
            <pc:sldMk cId="3251720709" sldId="275"/>
            <ac:spMk id="14" creationId="{A03AAB0D-1EDE-3193-0B02-65811BE8B211}"/>
          </ac:spMkLst>
        </pc:spChg>
        <pc:spChg chg="del">
          <ac:chgData name="John Ward" userId="4598b928247da06e" providerId="LiveId" clId="{2022529A-8ADA-4F8D-B35E-18DEE32D8C10}" dt="2025-12-30T18:17:02.048" v="4047"/>
          <ac:spMkLst>
            <pc:docMk/>
            <pc:sldMk cId="3251720709" sldId="275"/>
            <ac:spMk id="16" creationId="{64B377D2-2B11-9D40-963D-5007B04E27CA}"/>
          </ac:spMkLst>
        </pc:spChg>
        <pc:spChg chg="add">
          <ac:chgData name="John Ward" userId="4598b928247da06e" providerId="LiveId" clId="{2022529A-8ADA-4F8D-B35E-18DEE32D8C10}" dt="2025-12-30T18:19:29.825" v="4066" actId="26606"/>
          <ac:spMkLst>
            <pc:docMk/>
            <pc:sldMk cId="3251720709" sldId="275"/>
            <ac:spMk id="18" creationId="{9B445E02-D785-4565-B842-9567BBC09508}"/>
          </ac:spMkLst>
        </pc:spChg>
        <pc:spChg chg="add">
          <ac:chgData name="John Ward" userId="4598b928247da06e" providerId="LiveId" clId="{2022529A-8ADA-4F8D-B35E-18DEE32D8C10}" dt="2025-12-30T18:19:29.825" v="4066" actId="26606"/>
          <ac:spMkLst>
            <pc:docMk/>
            <pc:sldMk cId="3251720709" sldId="275"/>
            <ac:spMk id="20" creationId="{2C153736-D102-4F57-9DE7-615AFC02B0AC}"/>
          </ac:spMkLst>
        </pc:spChg>
        <pc:spChg chg="add">
          <ac:chgData name="John Ward" userId="4598b928247da06e" providerId="LiveId" clId="{2022529A-8ADA-4F8D-B35E-18DEE32D8C10}" dt="2025-12-30T18:19:29.825" v="4066" actId="26606"/>
          <ac:spMkLst>
            <pc:docMk/>
            <pc:sldMk cId="3251720709" sldId="275"/>
            <ac:spMk id="22" creationId="{BA407A52-66F4-4CDE-A726-FF79F3EC342D}"/>
          </ac:spMkLst>
        </pc:spChg>
        <pc:spChg chg="add">
          <ac:chgData name="John Ward" userId="4598b928247da06e" providerId="LiveId" clId="{2022529A-8ADA-4F8D-B35E-18DEE32D8C10}" dt="2025-12-30T18:19:29.825" v="4066" actId="26606"/>
          <ac:spMkLst>
            <pc:docMk/>
            <pc:sldMk cId="3251720709" sldId="275"/>
            <ac:spMk id="24" creationId="{D28FFB34-4FC3-46F5-B900-D3B774FD0BE6}"/>
          </ac:spMkLst>
        </pc:spChg>
        <pc:spChg chg="add">
          <ac:chgData name="John Ward" userId="4598b928247da06e" providerId="LiveId" clId="{2022529A-8ADA-4F8D-B35E-18DEE32D8C10}" dt="2025-12-30T18:19:29.825" v="4066" actId="26606"/>
          <ac:spMkLst>
            <pc:docMk/>
            <pc:sldMk cId="3251720709" sldId="275"/>
            <ac:spMk id="26" creationId="{205F7B13-ACB5-46BE-8070-0431266B183B}"/>
          </ac:spMkLst>
        </pc:spChg>
        <pc:spChg chg="add">
          <ac:chgData name="John Ward" userId="4598b928247da06e" providerId="LiveId" clId="{2022529A-8ADA-4F8D-B35E-18DEE32D8C10}" dt="2025-12-30T18:19:29.825" v="4066" actId="26606"/>
          <ac:spMkLst>
            <pc:docMk/>
            <pc:sldMk cId="3251720709" sldId="275"/>
            <ac:spMk id="28" creationId="{D52A0D23-45DD-4DF4-ADE6-A81F409BB9FB}"/>
          </ac:spMkLst>
        </pc:spChg>
        <pc:grpChg chg="del">
          <ac:chgData name="John Ward" userId="4598b928247da06e" providerId="LiveId" clId="{2022529A-8ADA-4F8D-B35E-18DEE32D8C10}" dt="2025-12-30T18:17:02.048" v="4047"/>
          <ac:grpSpMkLst>
            <pc:docMk/>
            <pc:sldMk cId="3251720709" sldId="275"/>
            <ac:grpSpMk id="10" creationId="{1E8E55AB-CC4A-5414-99DE-B4672D0BA004}"/>
          </ac:grpSpMkLst>
        </pc:grpChg>
      </pc:sldChg>
      <pc:sldChg chg="addSp modSp new mod setBg">
        <pc:chgData name="John Ward" userId="4598b928247da06e" providerId="LiveId" clId="{2022529A-8ADA-4F8D-B35E-18DEE32D8C10}" dt="2025-12-30T18:21:11.797" v="4086" actId="26606"/>
        <pc:sldMkLst>
          <pc:docMk/>
          <pc:sldMk cId="19905371" sldId="276"/>
        </pc:sldMkLst>
        <pc:spChg chg="mod ord">
          <ac:chgData name="John Ward" userId="4598b928247da06e" providerId="LiveId" clId="{2022529A-8ADA-4F8D-B35E-18DEE32D8C10}" dt="2025-12-30T18:21:11.797" v="4086" actId="26606"/>
          <ac:spMkLst>
            <pc:docMk/>
            <pc:sldMk cId="19905371" sldId="276"/>
            <ac:spMk id="2" creationId="{D2E074A7-BD5D-7C03-6B67-875AEF94A319}"/>
          </ac:spMkLst>
        </pc:spChg>
        <pc:spChg chg="mod">
          <ac:chgData name="John Ward" userId="4598b928247da06e" providerId="LiveId" clId="{2022529A-8ADA-4F8D-B35E-18DEE32D8C10}" dt="2025-12-30T18:21:11.797" v="4086" actId="26606"/>
          <ac:spMkLst>
            <pc:docMk/>
            <pc:sldMk cId="19905371" sldId="276"/>
            <ac:spMk id="3" creationId="{B43B5327-630F-29BF-1051-41D3BEDE6A7D}"/>
          </ac:spMkLst>
        </pc:spChg>
        <pc:spChg chg="add">
          <ac:chgData name="John Ward" userId="4598b928247da06e" providerId="LiveId" clId="{2022529A-8ADA-4F8D-B35E-18DEE32D8C10}" dt="2025-12-30T18:21:11.797" v="4086" actId="26606"/>
          <ac:spMkLst>
            <pc:docMk/>
            <pc:sldMk cId="19905371" sldId="276"/>
            <ac:spMk id="8" creationId="{C52ED567-06B3-4107-9773-BBB6BD78673C}"/>
          </ac:spMkLst>
        </pc:spChg>
        <pc:spChg chg="add">
          <ac:chgData name="John Ward" userId="4598b928247da06e" providerId="LiveId" clId="{2022529A-8ADA-4F8D-B35E-18DEE32D8C10}" dt="2025-12-30T18:21:11.797" v="4086" actId="26606"/>
          <ac:spMkLst>
            <pc:docMk/>
            <pc:sldMk cId="19905371" sldId="276"/>
            <ac:spMk id="10" creationId="{AF551D8B-3775-4477-88B7-7B7C350D34E4}"/>
          </ac:spMkLst>
        </pc:spChg>
        <pc:spChg chg="add">
          <ac:chgData name="John Ward" userId="4598b928247da06e" providerId="LiveId" clId="{2022529A-8ADA-4F8D-B35E-18DEE32D8C10}" dt="2025-12-30T18:21:11.797" v="4086" actId="26606"/>
          <ac:spMkLst>
            <pc:docMk/>
            <pc:sldMk cId="19905371" sldId="276"/>
            <ac:spMk id="16" creationId="{BB934D2B-85E2-4375-94EE-B66C16BF7999}"/>
          </ac:spMkLst>
        </pc:spChg>
        <pc:spChg chg="add">
          <ac:chgData name="John Ward" userId="4598b928247da06e" providerId="LiveId" clId="{2022529A-8ADA-4F8D-B35E-18DEE32D8C10}" dt="2025-12-30T18:21:11.797" v="4086" actId="26606"/>
          <ac:spMkLst>
            <pc:docMk/>
            <pc:sldMk cId="19905371" sldId="276"/>
            <ac:spMk id="20" creationId="{2C153736-D102-4F57-9DE7-615AFC02B0AC}"/>
          </ac:spMkLst>
        </pc:spChg>
        <pc:spChg chg="add">
          <ac:chgData name="John Ward" userId="4598b928247da06e" providerId="LiveId" clId="{2022529A-8ADA-4F8D-B35E-18DEE32D8C10}" dt="2025-12-30T18:21:11.797" v="4086" actId="26606"/>
          <ac:spMkLst>
            <pc:docMk/>
            <pc:sldMk cId="19905371" sldId="276"/>
            <ac:spMk id="22" creationId="{BA407A52-66F4-4CDE-A726-FF79F3EC342D}"/>
          </ac:spMkLst>
        </pc:spChg>
        <pc:spChg chg="add">
          <ac:chgData name="John Ward" userId="4598b928247da06e" providerId="LiveId" clId="{2022529A-8ADA-4F8D-B35E-18DEE32D8C10}" dt="2025-12-30T18:21:11.797" v="4086" actId="26606"/>
          <ac:spMkLst>
            <pc:docMk/>
            <pc:sldMk cId="19905371" sldId="276"/>
            <ac:spMk id="24" creationId="{D28FFB34-4FC3-46F5-B900-D3B774FD0BE6}"/>
          </ac:spMkLst>
        </pc:spChg>
        <pc:spChg chg="add">
          <ac:chgData name="John Ward" userId="4598b928247da06e" providerId="LiveId" clId="{2022529A-8ADA-4F8D-B35E-18DEE32D8C10}" dt="2025-12-30T18:21:11.797" v="4086" actId="26606"/>
          <ac:spMkLst>
            <pc:docMk/>
            <pc:sldMk cId="19905371" sldId="276"/>
            <ac:spMk id="26" creationId="{205F7B13-ACB5-46BE-8070-0431266B183B}"/>
          </ac:spMkLst>
        </pc:spChg>
        <pc:spChg chg="add">
          <ac:chgData name="John Ward" userId="4598b928247da06e" providerId="LiveId" clId="{2022529A-8ADA-4F8D-B35E-18DEE32D8C10}" dt="2025-12-30T18:21:11.797" v="4086" actId="26606"/>
          <ac:spMkLst>
            <pc:docMk/>
            <pc:sldMk cId="19905371" sldId="276"/>
            <ac:spMk id="28" creationId="{D52A0D23-45DD-4DF4-ADE6-A81F409BB9FB}"/>
          </ac:spMkLst>
        </pc:spChg>
      </pc:sldChg>
      <pc:sldChg chg="addSp modSp new mod setBg">
        <pc:chgData name="John Ward" userId="4598b928247da06e" providerId="LiveId" clId="{2022529A-8ADA-4F8D-B35E-18DEE32D8C10}" dt="2025-12-30T18:19:42.648" v="4067" actId="26606"/>
        <pc:sldMkLst>
          <pc:docMk/>
          <pc:sldMk cId="4000686871" sldId="277"/>
        </pc:sldMkLst>
        <pc:spChg chg="mod ord">
          <ac:chgData name="John Ward" userId="4598b928247da06e" providerId="LiveId" clId="{2022529A-8ADA-4F8D-B35E-18DEE32D8C10}" dt="2025-12-30T18:19:42.648" v="4067" actId="26606"/>
          <ac:spMkLst>
            <pc:docMk/>
            <pc:sldMk cId="4000686871" sldId="277"/>
            <ac:spMk id="2" creationId="{1A360339-DBCA-9315-302D-5C06B379F086}"/>
          </ac:spMkLst>
        </pc:spChg>
        <pc:spChg chg="mod">
          <ac:chgData name="John Ward" userId="4598b928247da06e" providerId="LiveId" clId="{2022529A-8ADA-4F8D-B35E-18DEE32D8C10}" dt="2025-12-30T18:19:42.648" v="4067" actId="26606"/>
          <ac:spMkLst>
            <pc:docMk/>
            <pc:sldMk cId="4000686871" sldId="277"/>
            <ac:spMk id="3" creationId="{627D06AE-9EA1-4045-25D0-AC667E516059}"/>
          </ac:spMkLst>
        </pc:spChg>
        <pc:spChg chg="add">
          <ac:chgData name="John Ward" userId="4598b928247da06e" providerId="LiveId" clId="{2022529A-8ADA-4F8D-B35E-18DEE32D8C10}" dt="2025-12-30T18:19:42.648" v="4067" actId="26606"/>
          <ac:spMkLst>
            <pc:docMk/>
            <pc:sldMk cId="4000686871" sldId="277"/>
            <ac:spMk id="8" creationId="{C52ED567-06B3-4107-9773-BBB6BD78673C}"/>
          </ac:spMkLst>
        </pc:spChg>
        <pc:spChg chg="add">
          <ac:chgData name="John Ward" userId="4598b928247da06e" providerId="LiveId" clId="{2022529A-8ADA-4F8D-B35E-18DEE32D8C10}" dt="2025-12-30T18:19:42.648" v="4067" actId="26606"/>
          <ac:spMkLst>
            <pc:docMk/>
            <pc:sldMk cId="4000686871" sldId="277"/>
            <ac:spMk id="10" creationId="{AF551D8B-3775-4477-88B7-7B7C350D34E4}"/>
          </ac:spMkLst>
        </pc:spChg>
        <pc:spChg chg="add">
          <ac:chgData name="John Ward" userId="4598b928247da06e" providerId="LiveId" clId="{2022529A-8ADA-4F8D-B35E-18DEE32D8C10}" dt="2025-12-30T18:19:42.648" v="4067" actId="26606"/>
          <ac:spMkLst>
            <pc:docMk/>
            <pc:sldMk cId="4000686871" sldId="277"/>
            <ac:spMk id="16" creationId="{BB934D2B-85E2-4375-94EE-B66C16BF7999}"/>
          </ac:spMkLst>
        </pc:spChg>
        <pc:spChg chg="add">
          <ac:chgData name="John Ward" userId="4598b928247da06e" providerId="LiveId" clId="{2022529A-8ADA-4F8D-B35E-18DEE32D8C10}" dt="2025-12-30T18:19:42.648" v="4067" actId="26606"/>
          <ac:spMkLst>
            <pc:docMk/>
            <pc:sldMk cId="4000686871" sldId="277"/>
            <ac:spMk id="18" creationId="{9B445E02-D785-4565-B842-9567BBC09508}"/>
          </ac:spMkLst>
        </pc:spChg>
        <pc:spChg chg="add">
          <ac:chgData name="John Ward" userId="4598b928247da06e" providerId="LiveId" clId="{2022529A-8ADA-4F8D-B35E-18DEE32D8C10}" dt="2025-12-30T18:19:42.648" v="4067" actId="26606"/>
          <ac:spMkLst>
            <pc:docMk/>
            <pc:sldMk cId="4000686871" sldId="277"/>
            <ac:spMk id="20" creationId="{2C153736-D102-4F57-9DE7-615AFC02B0AC}"/>
          </ac:spMkLst>
        </pc:spChg>
        <pc:spChg chg="add">
          <ac:chgData name="John Ward" userId="4598b928247da06e" providerId="LiveId" clId="{2022529A-8ADA-4F8D-B35E-18DEE32D8C10}" dt="2025-12-30T18:19:42.648" v="4067" actId="26606"/>
          <ac:spMkLst>
            <pc:docMk/>
            <pc:sldMk cId="4000686871" sldId="277"/>
            <ac:spMk id="24" creationId="{D28FFB34-4FC3-46F5-B900-D3B774FD0BE6}"/>
          </ac:spMkLst>
        </pc:spChg>
        <pc:spChg chg="add">
          <ac:chgData name="John Ward" userId="4598b928247da06e" providerId="LiveId" clId="{2022529A-8ADA-4F8D-B35E-18DEE32D8C10}" dt="2025-12-30T18:19:42.648" v="4067" actId="26606"/>
          <ac:spMkLst>
            <pc:docMk/>
            <pc:sldMk cId="4000686871" sldId="277"/>
            <ac:spMk id="26" creationId="{205F7B13-ACB5-46BE-8070-0431266B183B}"/>
          </ac:spMkLst>
        </pc:spChg>
        <pc:spChg chg="add">
          <ac:chgData name="John Ward" userId="4598b928247da06e" providerId="LiveId" clId="{2022529A-8ADA-4F8D-B35E-18DEE32D8C10}" dt="2025-12-30T18:19:42.648" v="4067" actId="26606"/>
          <ac:spMkLst>
            <pc:docMk/>
            <pc:sldMk cId="4000686871" sldId="277"/>
            <ac:spMk id="28" creationId="{D52A0D23-45DD-4DF4-ADE6-A81F409BB9FB}"/>
          </ac:spMkLst>
        </pc:spChg>
      </pc:sldChg>
      <pc:sldChg chg="addSp modSp add mod setBg">
        <pc:chgData name="John Ward" userId="4598b928247da06e" providerId="LiveId" clId="{2022529A-8ADA-4F8D-B35E-18DEE32D8C10}" dt="2025-12-30T18:20:00.765" v="4069" actId="6549"/>
        <pc:sldMkLst>
          <pc:docMk/>
          <pc:sldMk cId="3016345111" sldId="278"/>
        </pc:sldMkLst>
        <pc:spChg chg="mod ord">
          <ac:chgData name="John Ward" userId="4598b928247da06e" providerId="LiveId" clId="{2022529A-8ADA-4F8D-B35E-18DEE32D8C10}" dt="2025-12-30T18:20:00.765" v="4069" actId="6549"/>
          <ac:spMkLst>
            <pc:docMk/>
            <pc:sldMk cId="3016345111" sldId="278"/>
            <ac:spMk id="2" creationId="{1F3F699A-CF39-BF50-60A4-6F2BDBDD712B}"/>
          </ac:spMkLst>
        </pc:spChg>
        <pc:spChg chg="mod">
          <ac:chgData name="John Ward" userId="4598b928247da06e" providerId="LiveId" clId="{2022529A-8ADA-4F8D-B35E-18DEE32D8C10}" dt="2025-12-30T18:19:50.851" v="4068" actId="26606"/>
          <ac:spMkLst>
            <pc:docMk/>
            <pc:sldMk cId="3016345111" sldId="278"/>
            <ac:spMk id="3" creationId="{3D92D658-840A-37B6-7056-51687ECE2F43}"/>
          </ac:spMkLst>
        </pc:spChg>
        <pc:spChg chg="add">
          <ac:chgData name="John Ward" userId="4598b928247da06e" providerId="LiveId" clId="{2022529A-8ADA-4F8D-B35E-18DEE32D8C10}" dt="2025-12-30T18:19:50.851" v="4068" actId="26606"/>
          <ac:spMkLst>
            <pc:docMk/>
            <pc:sldMk cId="3016345111" sldId="278"/>
            <ac:spMk id="8" creationId="{C52ED567-06B3-4107-9773-BBB6BD78673C}"/>
          </ac:spMkLst>
        </pc:spChg>
        <pc:spChg chg="add">
          <ac:chgData name="John Ward" userId="4598b928247da06e" providerId="LiveId" clId="{2022529A-8ADA-4F8D-B35E-18DEE32D8C10}" dt="2025-12-30T18:19:50.851" v="4068" actId="26606"/>
          <ac:spMkLst>
            <pc:docMk/>
            <pc:sldMk cId="3016345111" sldId="278"/>
            <ac:spMk id="16" creationId="{BB934D2B-85E2-4375-94EE-B66C16BF7999}"/>
          </ac:spMkLst>
        </pc:spChg>
        <pc:spChg chg="add">
          <ac:chgData name="John Ward" userId="4598b928247da06e" providerId="LiveId" clId="{2022529A-8ADA-4F8D-B35E-18DEE32D8C10}" dt="2025-12-30T18:19:50.851" v="4068" actId="26606"/>
          <ac:spMkLst>
            <pc:docMk/>
            <pc:sldMk cId="3016345111" sldId="278"/>
            <ac:spMk id="18" creationId="{9B445E02-D785-4565-B842-9567BBC09508}"/>
          </ac:spMkLst>
        </pc:spChg>
        <pc:spChg chg="add">
          <ac:chgData name="John Ward" userId="4598b928247da06e" providerId="LiveId" clId="{2022529A-8ADA-4F8D-B35E-18DEE32D8C10}" dt="2025-12-30T18:19:50.851" v="4068" actId="26606"/>
          <ac:spMkLst>
            <pc:docMk/>
            <pc:sldMk cId="3016345111" sldId="278"/>
            <ac:spMk id="20" creationId="{2C153736-D102-4F57-9DE7-615AFC02B0AC}"/>
          </ac:spMkLst>
        </pc:spChg>
        <pc:spChg chg="add">
          <ac:chgData name="John Ward" userId="4598b928247da06e" providerId="LiveId" clId="{2022529A-8ADA-4F8D-B35E-18DEE32D8C10}" dt="2025-12-30T18:19:50.851" v="4068" actId="26606"/>
          <ac:spMkLst>
            <pc:docMk/>
            <pc:sldMk cId="3016345111" sldId="278"/>
            <ac:spMk id="22" creationId="{BA407A52-66F4-4CDE-A726-FF79F3EC342D}"/>
          </ac:spMkLst>
        </pc:spChg>
        <pc:spChg chg="add">
          <ac:chgData name="John Ward" userId="4598b928247da06e" providerId="LiveId" clId="{2022529A-8ADA-4F8D-B35E-18DEE32D8C10}" dt="2025-12-30T18:19:50.851" v="4068" actId="26606"/>
          <ac:spMkLst>
            <pc:docMk/>
            <pc:sldMk cId="3016345111" sldId="278"/>
            <ac:spMk id="24" creationId="{D28FFB34-4FC3-46F5-B900-D3B774FD0BE6}"/>
          </ac:spMkLst>
        </pc:spChg>
        <pc:spChg chg="add">
          <ac:chgData name="John Ward" userId="4598b928247da06e" providerId="LiveId" clId="{2022529A-8ADA-4F8D-B35E-18DEE32D8C10}" dt="2025-12-30T18:19:50.851" v="4068" actId="26606"/>
          <ac:spMkLst>
            <pc:docMk/>
            <pc:sldMk cId="3016345111" sldId="278"/>
            <ac:spMk id="26" creationId="{205F7B13-ACB5-46BE-8070-0431266B183B}"/>
          </ac:spMkLst>
        </pc:spChg>
        <pc:spChg chg="add">
          <ac:chgData name="John Ward" userId="4598b928247da06e" providerId="LiveId" clId="{2022529A-8ADA-4F8D-B35E-18DEE32D8C10}" dt="2025-12-30T18:19:50.851" v="4068" actId="26606"/>
          <ac:spMkLst>
            <pc:docMk/>
            <pc:sldMk cId="3016345111" sldId="278"/>
            <ac:spMk id="28" creationId="{D52A0D23-45DD-4DF4-ADE6-A81F409BB9FB}"/>
          </ac:spMkLst>
        </pc:spChg>
      </pc:sldChg>
      <pc:sldChg chg="addSp delSp modSp new mod">
        <pc:chgData name="John Ward" userId="4598b928247da06e" providerId="LiveId" clId="{2022529A-8ADA-4F8D-B35E-18DEE32D8C10}" dt="2025-12-30T18:17:02.048" v="4047"/>
        <pc:sldMkLst>
          <pc:docMk/>
          <pc:sldMk cId="1310573340" sldId="279"/>
        </pc:sldMkLst>
        <pc:spChg chg="mod">
          <ac:chgData name="John Ward" userId="4598b928247da06e" providerId="LiveId" clId="{2022529A-8ADA-4F8D-B35E-18DEE32D8C10}" dt="2025-12-30T18:17:02.048" v="4047"/>
          <ac:spMkLst>
            <pc:docMk/>
            <pc:sldMk cId="1310573340" sldId="279"/>
            <ac:spMk id="2" creationId="{ABD7C88E-0247-0C1B-B1F9-595EFE8AF32C}"/>
          </ac:spMkLst>
        </pc:spChg>
        <pc:spChg chg="del mod">
          <ac:chgData name="John Ward" userId="4598b928247da06e" providerId="LiveId" clId="{2022529A-8ADA-4F8D-B35E-18DEE32D8C10}" dt="2025-12-30T04:24:08.045" v="3823" actId="478"/>
          <ac:spMkLst>
            <pc:docMk/>
            <pc:sldMk cId="1310573340" sldId="279"/>
            <ac:spMk id="3" creationId="{5A6BF12F-BB0B-5A91-6773-D63CFF0B37CA}"/>
          </ac:spMkLst>
        </pc:spChg>
        <pc:spChg chg="add del mod">
          <ac:chgData name="John Ward" userId="4598b928247da06e" providerId="LiveId" clId="{2022529A-8ADA-4F8D-B35E-18DEE32D8C10}" dt="2025-12-30T04:24:12.023" v="3824" actId="478"/>
          <ac:spMkLst>
            <pc:docMk/>
            <pc:sldMk cId="1310573340" sldId="279"/>
            <ac:spMk id="6" creationId="{A4A7FDD9-0DE8-C45A-BB20-A920C54B0441}"/>
          </ac:spMkLst>
        </pc:spChg>
        <pc:graphicFrameChg chg="add mod modGraphic">
          <ac:chgData name="John Ward" userId="4598b928247da06e" providerId="LiveId" clId="{2022529A-8ADA-4F8D-B35E-18DEE32D8C10}" dt="2025-12-30T17:49:00.204" v="3882" actId="20577"/>
          <ac:graphicFrameMkLst>
            <pc:docMk/>
            <pc:sldMk cId="1310573340" sldId="279"/>
            <ac:graphicFrameMk id="4" creationId="{C980415C-C496-89AE-35A2-F72E2456F41E}"/>
          </ac:graphicFrameMkLst>
        </pc:graphicFrameChg>
      </pc:sldChg>
      <pc:sldChg chg="addSp delSp modSp new mod setBg modAnim">
        <pc:chgData name="John Ward" userId="4598b928247da06e" providerId="LiveId" clId="{2022529A-8ADA-4F8D-B35E-18DEE32D8C10}" dt="2025-12-30T18:25:00.338" v="4157" actId="255"/>
        <pc:sldMkLst>
          <pc:docMk/>
          <pc:sldMk cId="3748910528" sldId="280"/>
        </pc:sldMkLst>
        <pc:spChg chg="mod">
          <ac:chgData name="John Ward" userId="4598b928247da06e" providerId="LiveId" clId="{2022529A-8ADA-4F8D-B35E-18DEE32D8C10}" dt="2025-12-30T18:24:40.950" v="4156" actId="26606"/>
          <ac:spMkLst>
            <pc:docMk/>
            <pc:sldMk cId="3748910528" sldId="280"/>
            <ac:spMk id="2" creationId="{AD782631-2A65-35F5-D406-7DB1D22C6807}"/>
          </ac:spMkLst>
        </pc:spChg>
        <pc:spChg chg="mod">
          <ac:chgData name="John Ward" userId="4598b928247da06e" providerId="LiveId" clId="{2022529A-8ADA-4F8D-B35E-18DEE32D8C10}" dt="2025-12-30T18:25:00.338" v="4157" actId="255"/>
          <ac:spMkLst>
            <pc:docMk/>
            <pc:sldMk cId="3748910528" sldId="280"/>
            <ac:spMk id="3" creationId="{461900B7-0AA5-BA5D-8798-B69E54AF7196}"/>
          </ac:spMkLst>
        </pc:spChg>
        <pc:spChg chg="add del">
          <ac:chgData name="John Ward" userId="4598b928247da06e" providerId="LiveId" clId="{2022529A-8ADA-4F8D-B35E-18DEE32D8C10}" dt="2025-12-30T18:24:40.950" v="4156" actId="26606"/>
          <ac:spMkLst>
            <pc:docMk/>
            <pc:sldMk cId="3748910528" sldId="280"/>
            <ac:spMk id="13" creationId="{3F088236-D655-4F88-B238-E16762358025}"/>
          </ac:spMkLst>
        </pc:spChg>
        <pc:spChg chg="add del">
          <ac:chgData name="John Ward" userId="4598b928247da06e" providerId="LiveId" clId="{2022529A-8ADA-4F8D-B35E-18DEE32D8C10}" dt="2025-12-30T18:24:40.950" v="4156" actId="26606"/>
          <ac:spMkLst>
            <pc:docMk/>
            <pc:sldMk cId="3748910528" sldId="280"/>
            <ac:spMk id="15" creationId="{3DAC0C92-199E-475C-9390-119A9B027276}"/>
          </ac:spMkLst>
        </pc:spChg>
        <pc:spChg chg="add del">
          <ac:chgData name="John Ward" userId="4598b928247da06e" providerId="LiveId" clId="{2022529A-8ADA-4F8D-B35E-18DEE32D8C10}" dt="2025-12-30T18:24:40.950" v="4156" actId="26606"/>
          <ac:spMkLst>
            <pc:docMk/>
            <pc:sldMk cId="3748910528" sldId="280"/>
            <ac:spMk id="17" creationId="{C4CFB339-0ED8-4FE2-9EF1-6D1375B8499B}"/>
          </ac:spMkLst>
        </pc:spChg>
        <pc:spChg chg="add del">
          <ac:chgData name="John Ward" userId="4598b928247da06e" providerId="LiveId" clId="{2022529A-8ADA-4F8D-B35E-18DEE32D8C10}" dt="2025-12-30T18:24:40.950" v="4156" actId="26606"/>
          <ac:spMkLst>
            <pc:docMk/>
            <pc:sldMk cId="3748910528" sldId="280"/>
            <ac:spMk id="19" creationId="{31896C80-2069-4431-9C19-83B913734490}"/>
          </ac:spMkLst>
        </pc:spChg>
        <pc:spChg chg="add del">
          <ac:chgData name="John Ward" userId="4598b928247da06e" providerId="LiveId" clId="{2022529A-8ADA-4F8D-B35E-18DEE32D8C10}" dt="2025-12-30T18:24:40.950" v="4156" actId="26606"/>
          <ac:spMkLst>
            <pc:docMk/>
            <pc:sldMk cId="3748910528" sldId="280"/>
            <ac:spMk id="21" creationId="{BF120A21-0841-4823-B0C4-28AEBCEF9B78}"/>
          </ac:spMkLst>
        </pc:spChg>
        <pc:spChg chg="add del">
          <ac:chgData name="John Ward" userId="4598b928247da06e" providerId="LiveId" clId="{2022529A-8ADA-4F8D-B35E-18DEE32D8C10}" dt="2025-12-30T18:24:40.950" v="4156" actId="26606"/>
          <ac:spMkLst>
            <pc:docMk/>
            <pc:sldMk cId="3748910528" sldId="280"/>
            <ac:spMk id="23" creationId="{DBB05BAE-BBD3-4289-899F-A6851503C6B0}"/>
          </ac:spMkLst>
        </pc:spChg>
        <pc:spChg chg="add del">
          <ac:chgData name="John Ward" userId="4598b928247da06e" providerId="LiveId" clId="{2022529A-8ADA-4F8D-B35E-18DEE32D8C10}" dt="2025-12-30T18:24:40.950" v="4156" actId="26606"/>
          <ac:spMkLst>
            <pc:docMk/>
            <pc:sldMk cId="3748910528" sldId="280"/>
            <ac:spMk id="25" creationId="{9874D11C-36F5-4BBE-A490-019A54E953B0}"/>
          </ac:spMkLst>
        </pc:spChg>
        <pc:picChg chg="add del">
          <ac:chgData name="John Ward" userId="4598b928247da06e" providerId="LiveId" clId="{2022529A-8ADA-4F8D-B35E-18DEE32D8C10}" dt="2025-12-30T18:24:40.950" v="4156" actId="26606"/>
          <ac:picMkLst>
            <pc:docMk/>
            <pc:sldMk cId="3748910528" sldId="280"/>
            <ac:picMk id="5" creationId="{5565D28E-FEC0-943F-9DFC-0AB676982ABF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598B928247DA06E/Documents/Math/RecreationalMath/TaxDivisorResul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598B928247DA06E/Documents/Math/RecreationalMath/TaxDivisorResult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Tax Divisor Results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power"/>
            <c:dispRSqr val="0"/>
            <c:dispEq val="0"/>
          </c:trendline>
          <c:xVal>
            <c:numRef>
              <c:f>Sheet1!$A$2:$A$53</c:f>
              <c:numCache>
                <c:formatCode>General</c:formatCode>
                <c:ptCount val="52"/>
                <c:pt idx="0">
                  <c:v>12</c:v>
                </c:pt>
                <c:pt idx="1">
                  <c:v>13</c:v>
                </c:pt>
                <c:pt idx="2">
                  <c:v>14</c:v>
                </c:pt>
                <c:pt idx="3">
                  <c:v>15</c:v>
                </c:pt>
                <c:pt idx="4">
                  <c:v>16</c:v>
                </c:pt>
                <c:pt idx="5">
                  <c:v>17</c:v>
                </c:pt>
                <c:pt idx="6">
                  <c:v>18</c:v>
                </c:pt>
                <c:pt idx="7">
                  <c:v>19</c:v>
                </c:pt>
                <c:pt idx="8">
                  <c:v>20</c:v>
                </c:pt>
                <c:pt idx="9">
                  <c:v>21</c:v>
                </c:pt>
                <c:pt idx="10">
                  <c:v>22</c:v>
                </c:pt>
                <c:pt idx="11">
                  <c:v>23</c:v>
                </c:pt>
                <c:pt idx="12">
                  <c:v>24</c:v>
                </c:pt>
                <c:pt idx="13">
                  <c:v>25</c:v>
                </c:pt>
                <c:pt idx="14">
                  <c:v>26</c:v>
                </c:pt>
                <c:pt idx="15">
                  <c:v>27</c:v>
                </c:pt>
                <c:pt idx="16">
                  <c:v>28</c:v>
                </c:pt>
                <c:pt idx="17">
                  <c:v>29</c:v>
                </c:pt>
                <c:pt idx="18">
                  <c:v>30</c:v>
                </c:pt>
                <c:pt idx="19">
                  <c:v>31</c:v>
                </c:pt>
                <c:pt idx="20">
                  <c:v>32</c:v>
                </c:pt>
                <c:pt idx="21">
                  <c:v>33</c:v>
                </c:pt>
                <c:pt idx="22">
                  <c:v>34</c:v>
                </c:pt>
                <c:pt idx="23">
                  <c:v>35</c:v>
                </c:pt>
                <c:pt idx="24">
                  <c:v>36</c:v>
                </c:pt>
                <c:pt idx="25">
                  <c:v>37</c:v>
                </c:pt>
                <c:pt idx="26">
                  <c:v>38</c:v>
                </c:pt>
                <c:pt idx="27">
                  <c:v>39</c:v>
                </c:pt>
                <c:pt idx="28">
                  <c:v>40</c:v>
                </c:pt>
                <c:pt idx="29">
                  <c:v>41</c:v>
                </c:pt>
                <c:pt idx="30">
                  <c:v>42</c:v>
                </c:pt>
                <c:pt idx="31">
                  <c:v>43</c:v>
                </c:pt>
                <c:pt idx="32">
                  <c:v>44</c:v>
                </c:pt>
                <c:pt idx="33">
                  <c:v>45</c:v>
                </c:pt>
                <c:pt idx="34">
                  <c:v>46</c:v>
                </c:pt>
                <c:pt idx="35">
                  <c:v>47</c:v>
                </c:pt>
                <c:pt idx="36">
                  <c:v>48</c:v>
                </c:pt>
                <c:pt idx="37">
                  <c:v>49</c:v>
                </c:pt>
                <c:pt idx="38">
                  <c:v>50</c:v>
                </c:pt>
                <c:pt idx="39">
                  <c:v>51</c:v>
                </c:pt>
                <c:pt idx="40">
                  <c:v>52</c:v>
                </c:pt>
                <c:pt idx="41">
                  <c:v>53</c:v>
                </c:pt>
                <c:pt idx="42">
                  <c:v>54</c:v>
                </c:pt>
                <c:pt idx="43">
                  <c:v>55</c:v>
                </c:pt>
                <c:pt idx="44">
                  <c:v>56</c:v>
                </c:pt>
                <c:pt idx="45">
                  <c:v>57</c:v>
                </c:pt>
                <c:pt idx="46">
                  <c:v>58</c:v>
                </c:pt>
                <c:pt idx="47">
                  <c:v>59</c:v>
                </c:pt>
                <c:pt idx="48">
                  <c:v>60</c:v>
                </c:pt>
                <c:pt idx="49">
                  <c:v>70</c:v>
                </c:pt>
                <c:pt idx="50">
                  <c:v>80</c:v>
                </c:pt>
                <c:pt idx="51">
                  <c:v>90</c:v>
                </c:pt>
              </c:numCache>
            </c:numRef>
          </c:xVal>
          <c:yVal>
            <c:numRef>
              <c:f>Sheet1!$B$2:$B$53</c:f>
              <c:numCache>
                <c:formatCode>General</c:formatCode>
                <c:ptCount val="52"/>
                <c:pt idx="0">
                  <c:v>50</c:v>
                </c:pt>
                <c:pt idx="1">
                  <c:v>52</c:v>
                </c:pt>
                <c:pt idx="2">
                  <c:v>66</c:v>
                </c:pt>
                <c:pt idx="3">
                  <c:v>81</c:v>
                </c:pt>
                <c:pt idx="4">
                  <c:v>89</c:v>
                </c:pt>
                <c:pt idx="5">
                  <c:v>93</c:v>
                </c:pt>
                <c:pt idx="6">
                  <c:v>111</c:v>
                </c:pt>
                <c:pt idx="7">
                  <c:v>113</c:v>
                </c:pt>
                <c:pt idx="8">
                  <c:v>124</c:v>
                </c:pt>
                <c:pt idx="9">
                  <c:v>144</c:v>
                </c:pt>
                <c:pt idx="10">
                  <c:v>166</c:v>
                </c:pt>
                <c:pt idx="11">
                  <c:v>170</c:v>
                </c:pt>
                <c:pt idx="12">
                  <c:v>182</c:v>
                </c:pt>
                <c:pt idx="13">
                  <c:v>198</c:v>
                </c:pt>
                <c:pt idx="14">
                  <c:v>224</c:v>
                </c:pt>
                <c:pt idx="15">
                  <c:v>251</c:v>
                </c:pt>
                <c:pt idx="16">
                  <c:v>279</c:v>
                </c:pt>
                <c:pt idx="17">
                  <c:v>285</c:v>
                </c:pt>
                <c:pt idx="18">
                  <c:v>301</c:v>
                </c:pt>
                <c:pt idx="19">
                  <c:v>303</c:v>
                </c:pt>
                <c:pt idx="20">
                  <c:v>319</c:v>
                </c:pt>
                <c:pt idx="21">
                  <c:v>352</c:v>
                </c:pt>
                <c:pt idx="22">
                  <c:v>386</c:v>
                </c:pt>
                <c:pt idx="23">
                  <c:v>418</c:v>
                </c:pt>
                <c:pt idx="24">
                  <c:v>442</c:v>
                </c:pt>
                <c:pt idx="25">
                  <c:v>448</c:v>
                </c:pt>
                <c:pt idx="26">
                  <c:v>486</c:v>
                </c:pt>
                <c:pt idx="27">
                  <c:v>503</c:v>
                </c:pt>
                <c:pt idx="28">
                  <c:v>525</c:v>
                </c:pt>
                <c:pt idx="29">
                  <c:v>529</c:v>
                </c:pt>
                <c:pt idx="30">
                  <c:v>571</c:v>
                </c:pt>
                <c:pt idx="31">
                  <c:v>573</c:v>
                </c:pt>
                <c:pt idx="32">
                  <c:v>617</c:v>
                </c:pt>
                <c:pt idx="33">
                  <c:v>660</c:v>
                </c:pt>
                <c:pt idx="34">
                  <c:v>706</c:v>
                </c:pt>
                <c:pt idx="35">
                  <c:v>710</c:v>
                </c:pt>
                <c:pt idx="36">
                  <c:v>734</c:v>
                </c:pt>
                <c:pt idx="37">
                  <c:v>758</c:v>
                </c:pt>
                <c:pt idx="38">
                  <c:v>808</c:v>
                </c:pt>
                <c:pt idx="39">
                  <c:v>833</c:v>
                </c:pt>
                <c:pt idx="40">
                  <c:v>885</c:v>
                </c:pt>
                <c:pt idx="41">
                  <c:v>891</c:v>
                </c:pt>
                <c:pt idx="42">
                  <c:v>935</c:v>
                </c:pt>
                <c:pt idx="43">
                  <c:v>981</c:v>
                </c:pt>
                <c:pt idx="44">
                  <c:v>1017</c:v>
                </c:pt>
                <c:pt idx="45">
                  <c:v>1040</c:v>
                </c:pt>
                <c:pt idx="46">
                  <c:v>1098</c:v>
                </c:pt>
                <c:pt idx="47">
                  <c:v>1104</c:v>
                </c:pt>
                <c:pt idx="48">
                  <c:v>1137</c:v>
                </c:pt>
                <c:pt idx="49">
                  <c:v>1566</c:v>
                </c:pt>
                <c:pt idx="50">
                  <c:v>2041</c:v>
                </c:pt>
                <c:pt idx="51">
                  <c:v>2552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6E0-4027-A7BE-F00B66B2A6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88930288"/>
        <c:axId val="2088922608"/>
      </c:scatterChart>
      <c:valAx>
        <c:axId val="2088930288"/>
        <c:scaling>
          <c:orientation val="minMax"/>
          <c:max val="1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8922608"/>
        <c:crosses val="autoZero"/>
        <c:crossBetween val="midCat"/>
      </c:valAx>
      <c:valAx>
        <c:axId val="2088922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89302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Best Score as % of totals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% of sum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Sheet1!$A$2:$A$53</c:f>
              <c:numCache>
                <c:formatCode>General</c:formatCode>
                <c:ptCount val="52"/>
                <c:pt idx="0">
                  <c:v>12</c:v>
                </c:pt>
                <c:pt idx="1">
                  <c:v>13</c:v>
                </c:pt>
                <c:pt idx="2">
                  <c:v>14</c:v>
                </c:pt>
                <c:pt idx="3">
                  <c:v>15</c:v>
                </c:pt>
                <c:pt idx="4">
                  <c:v>16</c:v>
                </c:pt>
                <c:pt idx="5">
                  <c:v>17</c:v>
                </c:pt>
                <c:pt idx="6">
                  <c:v>18</c:v>
                </c:pt>
                <c:pt idx="7">
                  <c:v>19</c:v>
                </c:pt>
                <c:pt idx="8">
                  <c:v>20</c:v>
                </c:pt>
                <c:pt idx="9">
                  <c:v>21</c:v>
                </c:pt>
                <c:pt idx="10">
                  <c:v>22</c:v>
                </c:pt>
                <c:pt idx="11">
                  <c:v>23</c:v>
                </c:pt>
                <c:pt idx="12">
                  <c:v>24</c:v>
                </c:pt>
                <c:pt idx="13">
                  <c:v>25</c:v>
                </c:pt>
                <c:pt idx="14">
                  <c:v>26</c:v>
                </c:pt>
                <c:pt idx="15">
                  <c:v>27</c:v>
                </c:pt>
                <c:pt idx="16">
                  <c:v>28</c:v>
                </c:pt>
                <c:pt idx="17">
                  <c:v>29</c:v>
                </c:pt>
                <c:pt idx="18">
                  <c:v>30</c:v>
                </c:pt>
                <c:pt idx="19">
                  <c:v>31</c:v>
                </c:pt>
                <c:pt idx="20">
                  <c:v>32</c:v>
                </c:pt>
                <c:pt idx="21">
                  <c:v>33</c:v>
                </c:pt>
                <c:pt idx="22">
                  <c:v>34</c:v>
                </c:pt>
                <c:pt idx="23">
                  <c:v>35</c:v>
                </c:pt>
                <c:pt idx="24">
                  <c:v>36</c:v>
                </c:pt>
                <c:pt idx="25">
                  <c:v>37</c:v>
                </c:pt>
                <c:pt idx="26">
                  <c:v>38</c:v>
                </c:pt>
                <c:pt idx="27">
                  <c:v>39</c:v>
                </c:pt>
                <c:pt idx="28">
                  <c:v>40</c:v>
                </c:pt>
                <c:pt idx="29">
                  <c:v>41</c:v>
                </c:pt>
                <c:pt idx="30">
                  <c:v>42</c:v>
                </c:pt>
                <c:pt idx="31">
                  <c:v>43</c:v>
                </c:pt>
                <c:pt idx="32">
                  <c:v>44</c:v>
                </c:pt>
                <c:pt idx="33">
                  <c:v>45</c:v>
                </c:pt>
                <c:pt idx="34">
                  <c:v>46</c:v>
                </c:pt>
                <c:pt idx="35">
                  <c:v>47</c:v>
                </c:pt>
                <c:pt idx="36">
                  <c:v>48</c:v>
                </c:pt>
                <c:pt idx="37">
                  <c:v>49</c:v>
                </c:pt>
                <c:pt idx="38">
                  <c:v>50</c:v>
                </c:pt>
                <c:pt idx="39">
                  <c:v>51</c:v>
                </c:pt>
                <c:pt idx="40">
                  <c:v>52</c:v>
                </c:pt>
                <c:pt idx="41">
                  <c:v>53</c:v>
                </c:pt>
                <c:pt idx="42">
                  <c:v>54</c:v>
                </c:pt>
                <c:pt idx="43">
                  <c:v>55</c:v>
                </c:pt>
                <c:pt idx="44">
                  <c:v>56</c:v>
                </c:pt>
                <c:pt idx="45">
                  <c:v>57</c:v>
                </c:pt>
                <c:pt idx="46">
                  <c:v>58</c:v>
                </c:pt>
                <c:pt idx="47">
                  <c:v>59</c:v>
                </c:pt>
                <c:pt idx="48">
                  <c:v>60</c:v>
                </c:pt>
                <c:pt idx="49">
                  <c:v>70</c:v>
                </c:pt>
                <c:pt idx="50">
                  <c:v>80</c:v>
                </c:pt>
                <c:pt idx="51">
                  <c:v>90</c:v>
                </c:pt>
              </c:numCache>
            </c:numRef>
          </c:xVal>
          <c:yVal>
            <c:numRef>
              <c:f>Sheet1!$C$2:$C$53</c:f>
              <c:numCache>
                <c:formatCode>0.0%</c:formatCode>
                <c:ptCount val="52"/>
                <c:pt idx="0">
                  <c:v>0.64102564102564108</c:v>
                </c:pt>
                <c:pt idx="1">
                  <c:v>0.5714285714285714</c:v>
                </c:pt>
                <c:pt idx="2">
                  <c:v>0.62857142857142856</c:v>
                </c:pt>
                <c:pt idx="3">
                  <c:v>0.67500000000000004</c:v>
                </c:pt>
                <c:pt idx="4">
                  <c:v>0.65441176470588236</c:v>
                </c:pt>
                <c:pt idx="5">
                  <c:v>0.60784313725490191</c:v>
                </c:pt>
                <c:pt idx="6">
                  <c:v>0.64912280701754388</c:v>
                </c:pt>
                <c:pt idx="7">
                  <c:v>0.59473684210526312</c:v>
                </c:pt>
                <c:pt idx="8">
                  <c:v>0.59047619047619049</c:v>
                </c:pt>
                <c:pt idx="9">
                  <c:v>0.62337662337662336</c:v>
                </c:pt>
                <c:pt idx="10">
                  <c:v>0.65612648221343872</c:v>
                </c:pt>
                <c:pt idx="11">
                  <c:v>0.61594202898550721</c:v>
                </c:pt>
                <c:pt idx="12">
                  <c:v>0.60666666666666669</c:v>
                </c:pt>
                <c:pt idx="13">
                  <c:v>0.60923076923076924</c:v>
                </c:pt>
                <c:pt idx="14">
                  <c:v>0.63817663817663817</c:v>
                </c:pt>
                <c:pt idx="15">
                  <c:v>0.66402116402116407</c:v>
                </c:pt>
                <c:pt idx="16">
                  <c:v>0.68719211822660098</c:v>
                </c:pt>
                <c:pt idx="17">
                  <c:v>0.65517241379310343</c:v>
                </c:pt>
                <c:pt idx="18">
                  <c:v>0.64731182795698927</c:v>
                </c:pt>
                <c:pt idx="19">
                  <c:v>0.61088709677419351</c:v>
                </c:pt>
                <c:pt idx="20">
                  <c:v>0.60416666666666663</c:v>
                </c:pt>
                <c:pt idx="21">
                  <c:v>0.62745098039215685</c:v>
                </c:pt>
                <c:pt idx="22">
                  <c:v>0.64873949579831935</c:v>
                </c:pt>
                <c:pt idx="23">
                  <c:v>0.66349206349206347</c:v>
                </c:pt>
                <c:pt idx="24">
                  <c:v>0.66366366366366369</c:v>
                </c:pt>
                <c:pt idx="25">
                  <c:v>0.63726884779516357</c:v>
                </c:pt>
                <c:pt idx="26">
                  <c:v>0.65587044534412953</c:v>
                </c:pt>
                <c:pt idx="27">
                  <c:v>0.64487179487179491</c:v>
                </c:pt>
                <c:pt idx="28">
                  <c:v>0.6402439024390244</c:v>
                </c:pt>
                <c:pt idx="29">
                  <c:v>0.61440185830429728</c:v>
                </c:pt>
                <c:pt idx="30">
                  <c:v>0.63233665559246954</c:v>
                </c:pt>
                <c:pt idx="31">
                  <c:v>0.60570824524312894</c:v>
                </c:pt>
                <c:pt idx="32">
                  <c:v>0.62323232323232325</c:v>
                </c:pt>
                <c:pt idx="33">
                  <c:v>0.6376811594202898</c:v>
                </c:pt>
                <c:pt idx="34">
                  <c:v>0.65309898242368181</c:v>
                </c:pt>
                <c:pt idx="35">
                  <c:v>0.62943262411347523</c:v>
                </c:pt>
                <c:pt idx="36">
                  <c:v>0.62414965986394555</c:v>
                </c:pt>
                <c:pt idx="37">
                  <c:v>0.61877551020408161</c:v>
                </c:pt>
                <c:pt idx="38">
                  <c:v>0.63372549019607838</c:v>
                </c:pt>
                <c:pt idx="39">
                  <c:v>0.62820512820512819</c:v>
                </c:pt>
                <c:pt idx="40">
                  <c:v>0.64223512336719879</c:v>
                </c:pt>
                <c:pt idx="41">
                  <c:v>0.62264150943396224</c:v>
                </c:pt>
                <c:pt idx="42">
                  <c:v>0.62962962962962965</c:v>
                </c:pt>
                <c:pt idx="43">
                  <c:v>0.63701298701298703</c:v>
                </c:pt>
                <c:pt idx="44">
                  <c:v>0.63721804511278191</c:v>
                </c:pt>
                <c:pt idx="45">
                  <c:v>0.62915910465819724</c:v>
                </c:pt>
                <c:pt idx="46">
                  <c:v>0.6417299824663939</c:v>
                </c:pt>
                <c:pt idx="47">
                  <c:v>0.62372881355932208</c:v>
                </c:pt>
                <c:pt idx="48">
                  <c:v>0.62131147540983611</c:v>
                </c:pt>
                <c:pt idx="49">
                  <c:v>0.63018108651911464</c:v>
                </c:pt>
                <c:pt idx="50">
                  <c:v>0.62993827160493832</c:v>
                </c:pt>
                <c:pt idx="51">
                  <c:v>0.62319902319902321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D62-422E-97C4-D59F851B8E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87908784"/>
        <c:axId val="1287902544"/>
      </c:scatterChart>
      <c:valAx>
        <c:axId val="1287908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7902544"/>
        <c:crosses val="autoZero"/>
        <c:crossBetween val="midCat"/>
      </c:valAx>
      <c:valAx>
        <c:axId val="1287902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790878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2E2401-CE0A-49F6-876D-D007AAE448D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47A5CF4-0932-48D6-B1E5-70B1E0C59F29}">
      <dgm:prSet/>
      <dgm:spPr/>
      <dgm:t>
        <a:bodyPr/>
        <a:lstStyle/>
        <a:p>
          <a:r>
            <a:rPr lang="en-US"/>
            <a:t>Puzzle by Daniel Finkel of Seattle-based “Math for Love”</a:t>
          </a:r>
        </a:p>
      </dgm:t>
    </dgm:pt>
    <dgm:pt modelId="{49EA29CD-6F46-4923-BD83-66B3F9C229F6}" type="parTrans" cxnId="{034C5DAC-041A-4DA4-AD78-0D893746EBF9}">
      <dgm:prSet/>
      <dgm:spPr/>
      <dgm:t>
        <a:bodyPr/>
        <a:lstStyle/>
        <a:p>
          <a:endParaRPr lang="en-US"/>
        </a:p>
      </dgm:t>
    </dgm:pt>
    <dgm:pt modelId="{FE2255CE-B4CD-4724-8821-FC0D3A031E18}" type="sibTrans" cxnId="{034C5DAC-041A-4DA4-AD78-0D893746EBF9}">
      <dgm:prSet/>
      <dgm:spPr/>
      <dgm:t>
        <a:bodyPr/>
        <a:lstStyle/>
        <a:p>
          <a:endParaRPr lang="en-US"/>
        </a:p>
      </dgm:t>
    </dgm:pt>
    <dgm:pt modelId="{A1072E83-9AF7-42F1-89A4-8B9B157F5A4F}">
      <dgm:prSet/>
      <dgm:spPr/>
      <dgm:t>
        <a:bodyPr/>
        <a:lstStyle/>
        <a:p>
          <a:r>
            <a:rPr lang="en-US"/>
            <a:t>New York Times, “Numberplay”, April 13, 2015</a:t>
          </a:r>
        </a:p>
      </dgm:t>
    </dgm:pt>
    <dgm:pt modelId="{E83671E8-A861-41E1-9838-913FAFC7E07F}" type="parTrans" cxnId="{EA87A979-070C-4AF3-9426-836A3AEA9318}">
      <dgm:prSet/>
      <dgm:spPr/>
      <dgm:t>
        <a:bodyPr/>
        <a:lstStyle/>
        <a:p>
          <a:endParaRPr lang="en-US"/>
        </a:p>
      </dgm:t>
    </dgm:pt>
    <dgm:pt modelId="{07474921-E96A-4CDE-B52B-E00ECE19A7CD}" type="sibTrans" cxnId="{EA87A979-070C-4AF3-9426-836A3AEA9318}">
      <dgm:prSet/>
      <dgm:spPr/>
      <dgm:t>
        <a:bodyPr/>
        <a:lstStyle/>
        <a:p>
          <a:endParaRPr lang="en-US"/>
        </a:p>
      </dgm:t>
    </dgm:pt>
    <dgm:pt modelId="{D85DD32A-5567-4D3B-B542-24B7BCC10D84}" type="pres">
      <dgm:prSet presAssocID="{EB2E2401-CE0A-49F6-876D-D007AAE448DA}" presName="root" presStyleCnt="0">
        <dgm:presLayoutVars>
          <dgm:dir/>
          <dgm:resizeHandles val="exact"/>
        </dgm:presLayoutVars>
      </dgm:prSet>
      <dgm:spPr/>
    </dgm:pt>
    <dgm:pt modelId="{D5F9BA68-47AC-4823-A5B3-C2BFF4D90F39}" type="pres">
      <dgm:prSet presAssocID="{D47A5CF4-0932-48D6-B1E5-70B1E0C59F29}" presName="compNode" presStyleCnt="0"/>
      <dgm:spPr/>
    </dgm:pt>
    <dgm:pt modelId="{0E941669-E16E-4B5D-A8F0-AE03D5153C55}" type="pres">
      <dgm:prSet presAssocID="{D47A5CF4-0932-48D6-B1E5-70B1E0C59F2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zzle"/>
        </a:ext>
      </dgm:extLst>
    </dgm:pt>
    <dgm:pt modelId="{13B30E06-5878-412F-8387-ACCD791A9824}" type="pres">
      <dgm:prSet presAssocID="{D47A5CF4-0932-48D6-B1E5-70B1E0C59F29}" presName="spaceRect" presStyleCnt="0"/>
      <dgm:spPr/>
    </dgm:pt>
    <dgm:pt modelId="{3F49BB56-1C9C-4E34-B778-E31C5DE81441}" type="pres">
      <dgm:prSet presAssocID="{D47A5CF4-0932-48D6-B1E5-70B1E0C59F29}" presName="textRect" presStyleLbl="revTx" presStyleIdx="0" presStyleCnt="2">
        <dgm:presLayoutVars>
          <dgm:chMax val="1"/>
          <dgm:chPref val="1"/>
        </dgm:presLayoutVars>
      </dgm:prSet>
      <dgm:spPr/>
    </dgm:pt>
    <dgm:pt modelId="{716433FD-0E79-4F55-9D03-F123DACF46CE}" type="pres">
      <dgm:prSet presAssocID="{FE2255CE-B4CD-4724-8821-FC0D3A031E18}" presName="sibTrans" presStyleCnt="0"/>
      <dgm:spPr/>
    </dgm:pt>
    <dgm:pt modelId="{F9DCC29F-1E87-4180-B048-CF547A5517CE}" type="pres">
      <dgm:prSet presAssocID="{A1072E83-9AF7-42F1-89A4-8B9B157F5A4F}" presName="compNode" presStyleCnt="0"/>
      <dgm:spPr/>
    </dgm:pt>
    <dgm:pt modelId="{98B1E500-27F0-4000-9A4B-B68A33F8E811}" type="pres">
      <dgm:prSet presAssocID="{A1072E83-9AF7-42F1-89A4-8B9B157F5A4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ilbox"/>
        </a:ext>
      </dgm:extLst>
    </dgm:pt>
    <dgm:pt modelId="{26A037C2-7227-4F67-BE21-65FAE2202445}" type="pres">
      <dgm:prSet presAssocID="{A1072E83-9AF7-42F1-89A4-8B9B157F5A4F}" presName="spaceRect" presStyleCnt="0"/>
      <dgm:spPr/>
    </dgm:pt>
    <dgm:pt modelId="{21CF55F1-C44A-4C8D-A92D-411A4B0B1F7D}" type="pres">
      <dgm:prSet presAssocID="{A1072E83-9AF7-42F1-89A4-8B9B157F5A4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C146A40A-94B2-4797-9B98-08E6617E9CA9}" type="presOf" srcId="{A1072E83-9AF7-42F1-89A4-8B9B157F5A4F}" destId="{21CF55F1-C44A-4C8D-A92D-411A4B0B1F7D}" srcOrd="0" destOrd="0" presId="urn:microsoft.com/office/officeart/2018/2/layout/IconLabelList"/>
    <dgm:cxn modelId="{75497722-C8FF-4965-B733-552D4FE961AD}" type="presOf" srcId="{EB2E2401-CE0A-49F6-876D-D007AAE448DA}" destId="{D85DD32A-5567-4D3B-B542-24B7BCC10D84}" srcOrd="0" destOrd="0" presId="urn:microsoft.com/office/officeart/2018/2/layout/IconLabelList"/>
    <dgm:cxn modelId="{EA87A979-070C-4AF3-9426-836A3AEA9318}" srcId="{EB2E2401-CE0A-49F6-876D-D007AAE448DA}" destId="{A1072E83-9AF7-42F1-89A4-8B9B157F5A4F}" srcOrd="1" destOrd="0" parTransId="{E83671E8-A861-41E1-9838-913FAFC7E07F}" sibTransId="{07474921-E96A-4CDE-B52B-E00ECE19A7CD}"/>
    <dgm:cxn modelId="{9423C399-319E-4136-8B53-3C8A33232173}" type="presOf" srcId="{D47A5CF4-0932-48D6-B1E5-70B1E0C59F29}" destId="{3F49BB56-1C9C-4E34-B778-E31C5DE81441}" srcOrd="0" destOrd="0" presId="urn:microsoft.com/office/officeart/2018/2/layout/IconLabelList"/>
    <dgm:cxn modelId="{034C5DAC-041A-4DA4-AD78-0D893746EBF9}" srcId="{EB2E2401-CE0A-49F6-876D-D007AAE448DA}" destId="{D47A5CF4-0932-48D6-B1E5-70B1E0C59F29}" srcOrd="0" destOrd="0" parTransId="{49EA29CD-6F46-4923-BD83-66B3F9C229F6}" sibTransId="{FE2255CE-B4CD-4724-8821-FC0D3A031E18}"/>
    <dgm:cxn modelId="{8496A59F-7AB4-4836-91CE-502BA9251C04}" type="presParOf" srcId="{D85DD32A-5567-4D3B-B542-24B7BCC10D84}" destId="{D5F9BA68-47AC-4823-A5B3-C2BFF4D90F39}" srcOrd="0" destOrd="0" presId="urn:microsoft.com/office/officeart/2018/2/layout/IconLabelList"/>
    <dgm:cxn modelId="{86DEC875-F25E-4BBB-8F05-F2D2345B7708}" type="presParOf" srcId="{D5F9BA68-47AC-4823-A5B3-C2BFF4D90F39}" destId="{0E941669-E16E-4B5D-A8F0-AE03D5153C55}" srcOrd="0" destOrd="0" presId="urn:microsoft.com/office/officeart/2018/2/layout/IconLabelList"/>
    <dgm:cxn modelId="{26227DF8-5DFF-4600-A00A-1687076CCB17}" type="presParOf" srcId="{D5F9BA68-47AC-4823-A5B3-C2BFF4D90F39}" destId="{13B30E06-5878-412F-8387-ACCD791A9824}" srcOrd="1" destOrd="0" presId="urn:microsoft.com/office/officeart/2018/2/layout/IconLabelList"/>
    <dgm:cxn modelId="{4B8D0218-89E4-43FA-A7EA-CC40C6292CB0}" type="presParOf" srcId="{D5F9BA68-47AC-4823-A5B3-C2BFF4D90F39}" destId="{3F49BB56-1C9C-4E34-B778-E31C5DE81441}" srcOrd="2" destOrd="0" presId="urn:microsoft.com/office/officeart/2018/2/layout/IconLabelList"/>
    <dgm:cxn modelId="{B9695074-B904-4F5B-A485-68B03ACA0FD2}" type="presParOf" srcId="{D85DD32A-5567-4D3B-B542-24B7BCC10D84}" destId="{716433FD-0E79-4F55-9D03-F123DACF46CE}" srcOrd="1" destOrd="0" presId="urn:microsoft.com/office/officeart/2018/2/layout/IconLabelList"/>
    <dgm:cxn modelId="{6BB1F2DB-DB61-4364-8471-46618E7F8EE6}" type="presParOf" srcId="{D85DD32A-5567-4D3B-B542-24B7BCC10D84}" destId="{F9DCC29F-1E87-4180-B048-CF547A5517CE}" srcOrd="2" destOrd="0" presId="urn:microsoft.com/office/officeart/2018/2/layout/IconLabelList"/>
    <dgm:cxn modelId="{27CE6584-287D-40CE-A972-E895D478D94B}" type="presParOf" srcId="{F9DCC29F-1E87-4180-B048-CF547A5517CE}" destId="{98B1E500-27F0-4000-9A4B-B68A33F8E811}" srcOrd="0" destOrd="0" presId="urn:microsoft.com/office/officeart/2018/2/layout/IconLabelList"/>
    <dgm:cxn modelId="{C21452BE-F906-49BD-AF22-0233A1CFDB4B}" type="presParOf" srcId="{F9DCC29F-1E87-4180-B048-CF547A5517CE}" destId="{26A037C2-7227-4F67-BE21-65FAE2202445}" srcOrd="1" destOrd="0" presId="urn:microsoft.com/office/officeart/2018/2/layout/IconLabelList"/>
    <dgm:cxn modelId="{3635B2D3-0479-43DF-958F-78F335C8F45D}" type="presParOf" srcId="{F9DCC29F-1E87-4180-B048-CF547A5517CE}" destId="{21CF55F1-C44A-4C8D-A92D-411A4B0B1F7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812411A-2B98-4572-9F71-21527A84D31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759A5AA-9F4A-48B5-B532-0DF33519E51C}">
      <dgm:prSet/>
      <dgm:spPr/>
      <dgm:t>
        <a:bodyPr/>
        <a:lstStyle/>
        <a:p>
          <a:r>
            <a:rPr lang="en-US"/>
            <a:t>[8, 16]</a:t>
          </a:r>
        </a:p>
      </dgm:t>
    </dgm:pt>
    <dgm:pt modelId="{9B41AE0F-BE1D-4A7A-BBF4-93D29BEF75CD}" type="parTrans" cxnId="{B39DECF3-5005-47BF-9A69-AF66A1FC2783}">
      <dgm:prSet/>
      <dgm:spPr/>
      <dgm:t>
        <a:bodyPr/>
        <a:lstStyle/>
        <a:p>
          <a:endParaRPr lang="en-US"/>
        </a:p>
      </dgm:t>
    </dgm:pt>
    <dgm:pt modelId="{30333BA9-9BE3-494A-9F08-B6664916C07B}" type="sibTrans" cxnId="{B39DECF3-5005-47BF-9A69-AF66A1FC2783}">
      <dgm:prSet/>
      <dgm:spPr/>
      <dgm:t>
        <a:bodyPr/>
        <a:lstStyle/>
        <a:p>
          <a:endParaRPr lang="en-US"/>
        </a:p>
      </dgm:t>
    </dgm:pt>
    <dgm:pt modelId="{04529388-563B-43F0-84D4-70C54CEDC3AB}">
      <dgm:prSet/>
      <dgm:spPr/>
      <dgm:t>
        <a:bodyPr/>
        <a:lstStyle/>
        <a:p>
          <a:r>
            <a:rPr lang="en-US"/>
            <a:t>[6, 10, 15]</a:t>
          </a:r>
        </a:p>
      </dgm:t>
    </dgm:pt>
    <dgm:pt modelId="{8A5EF92D-9589-45C5-80F9-CAE8262EF11B}" type="parTrans" cxnId="{43C81F67-A53A-45F0-BADA-F2AE6C734AAB}">
      <dgm:prSet/>
      <dgm:spPr/>
      <dgm:t>
        <a:bodyPr/>
        <a:lstStyle/>
        <a:p>
          <a:endParaRPr lang="en-US"/>
        </a:p>
      </dgm:t>
    </dgm:pt>
    <dgm:pt modelId="{636A58B1-7E0E-4A2D-8BC5-D69B9D4556D4}" type="sibTrans" cxnId="{43C81F67-A53A-45F0-BADA-F2AE6C734AAB}">
      <dgm:prSet/>
      <dgm:spPr/>
      <dgm:t>
        <a:bodyPr/>
        <a:lstStyle/>
        <a:p>
          <a:endParaRPr lang="en-US"/>
        </a:p>
      </dgm:t>
    </dgm:pt>
    <dgm:pt modelId="{FF4F38D5-9651-414C-8547-D9EE95600B60}">
      <dgm:prSet/>
      <dgm:spPr/>
      <dgm:t>
        <a:bodyPr/>
        <a:lstStyle/>
        <a:p>
          <a:r>
            <a:rPr lang="en-US"/>
            <a:t>[12, 16, 24]</a:t>
          </a:r>
        </a:p>
      </dgm:t>
    </dgm:pt>
    <dgm:pt modelId="{FFF23DA5-80E4-415B-A3DE-5F8144E1D5FE}" type="parTrans" cxnId="{324C32F6-A9FD-41EA-901A-97566DF2BE3A}">
      <dgm:prSet/>
      <dgm:spPr/>
      <dgm:t>
        <a:bodyPr/>
        <a:lstStyle/>
        <a:p>
          <a:endParaRPr lang="en-US"/>
        </a:p>
      </dgm:t>
    </dgm:pt>
    <dgm:pt modelId="{0C3AE340-1322-446A-8D2D-48C2412DDCB0}" type="sibTrans" cxnId="{324C32F6-A9FD-41EA-901A-97566DF2BE3A}">
      <dgm:prSet/>
      <dgm:spPr/>
      <dgm:t>
        <a:bodyPr/>
        <a:lstStyle/>
        <a:p>
          <a:endParaRPr lang="en-US"/>
        </a:p>
      </dgm:t>
    </dgm:pt>
    <dgm:pt modelId="{2E38F2AF-D30F-4376-90C8-0A2CADCCA482}">
      <dgm:prSet/>
      <dgm:spPr/>
      <dgm:t>
        <a:bodyPr/>
        <a:lstStyle/>
        <a:p>
          <a:r>
            <a:rPr lang="en-US"/>
            <a:t>[10, 14, 15, 21]</a:t>
          </a:r>
        </a:p>
      </dgm:t>
    </dgm:pt>
    <dgm:pt modelId="{2783DA13-3768-40F8-A695-D8F879E86A9A}" type="parTrans" cxnId="{E1F7B18F-0A6D-4997-9751-507407405665}">
      <dgm:prSet/>
      <dgm:spPr/>
      <dgm:t>
        <a:bodyPr/>
        <a:lstStyle/>
        <a:p>
          <a:endParaRPr lang="en-US"/>
        </a:p>
      </dgm:t>
    </dgm:pt>
    <dgm:pt modelId="{FC2E24A3-01FC-4509-AAFE-2F818F7AD632}" type="sibTrans" cxnId="{E1F7B18F-0A6D-4997-9751-507407405665}">
      <dgm:prSet/>
      <dgm:spPr/>
      <dgm:t>
        <a:bodyPr/>
        <a:lstStyle/>
        <a:p>
          <a:endParaRPr lang="en-US"/>
        </a:p>
      </dgm:t>
    </dgm:pt>
    <dgm:pt modelId="{A97F3233-1C0D-4A0E-98E6-A1032BE63C5C}" type="pres">
      <dgm:prSet presAssocID="{0812411A-2B98-4572-9F71-21527A84D310}" presName="Name0" presStyleCnt="0">
        <dgm:presLayoutVars>
          <dgm:dir/>
          <dgm:animLvl val="lvl"/>
          <dgm:resizeHandles val="exact"/>
        </dgm:presLayoutVars>
      </dgm:prSet>
      <dgm:spPr/>
    </dgm:pt>
    <dgm:pt modelId="{6AED8151-E559-4577-B409-0813FED5E283}" type="pres">
      <dgm:prSet presAssocID="{8759A5AA-9F4A-48B5-B532-0DF33519E51C}" presName="linNode" presStyleCnt="0"/>
      <dgm:spPr/>
    </dgm:pt>
    <dgm:pt modelId="{A1C1587C-BFDA-4930-ADA8-F88886BDC474}" type="pres">
      <dgm:prSet presAssocID="{8759A5AA-9F4A-48B5-B532-0DF33519E51C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F7F8CBCB-6D2E-477A-949B-E66B00B4CBCE}" type="pres">
      <dgm:prSet presAssocID="{30333BA9-9BE3-494A-9F08-B6664916C07B}" presName="sp" presStyleCnt="0"/>
      <dgm:spPr/>
    </dgm:pt>
    <dgm:pt modelId="{DB53ADFA-2BBF-43A2-B7AB-317F3947E65F}" type="pres">
      <dgm:prSet presAssocID="{04529388-563B-43F0-84D4-70C54CEDC3AB}" presName="linNode" presStyleCnt="0"/>
      <dgm:spPr/>
    </dgm:pt>
    <dgm:pt modelId="{BFAA454C-483F-439A-BF6E-BCD53ED2FD72}" type="pres">
      <dgm:prSet presAssocID="{04529388-563B-43F0-84D4-70C54CEDC3AB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E245A79A-471A-4778-BBFD-F6AE9E421EDE}" type="pres">
      <dgm:prSet presAssocID="{636A58B1-7E0E-4A2D-8BC5-D69B9D4556D4}" presName="sp" presStyleCnt="0"/>
      <dgm:spPr/>
    </dgm:pt>
    <dgm:pt modelId="{6636E650-AC09-4709-9283-1C30DF4B2AEB}" type="pres">
      <dgm:prSet presAssocID="{FF4F38D5-9651-414C-8547-D9EE95600B60}" presName="linNode" presStyleCnt="0"/>
      <dgm:spPr/>
    </dgm:pt>
    <dgm:pt modelId="{281FF05D-766B-4140-A535-6F579275CD0C}" type="pres">
      <dgm:prSet presAssocID="{FF4F38D5-9651-414C-8547-D9EE95600B60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E091866B-6D35-4480-BA38-58EBCAEAF90D}" type="pres">
      <dgm:prSet presAssocID="{0C3AE340-1322-446A-8D2D-48C2412DDCB0}" presName="sp" presStyleCnt="0"/>
      <dgm:spPr/>
    </dgm:pt>
    <dgm:pt modelId="{D48C316C-771A-40B4-B0B2-D8DA8F7C3328}" type="pres">
      <dgm:prSet presAssocID="{2E38F2AF-D30F-4376-90C8-0A2CADCCA482}" presName="linNode" presStyleCnt="0"/>
      <dgm:spPr/>
    </dgm:pt>
    <dgm:pt modelId="{FD1F2C20-D94C-4007-BE65-DC28B25BD82F}" type="pres">
      <dgm:prSet presAssocID="{2E38F2AF-D30F-4376-90C8-0A2CADCCA482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3AEE7217-BEE6-49A1-A92A-A9EAC70ED4D5}" type="presOf" srcId="{FF4F38D5-9651-414C-8547-D9EE95600B60}" destId="{281FF05D-766B-4140-A535-6F579275CD0C}" srcOrd="0" destOrd="0" presId="urn:microsoft.com/office/officeart/2005/8/layout/vList5"/>
    <dgm:cxn modelId="{3A47F128-D794-45DF-B448-96BC4162D7A1}" type="presOf" srcId="{2E38F2AF-D30F-4376-90C8-0A2CADCCA482}" destId="{FD1F2C20-D94C-4007-BE65-DC28B25BD82F}" srcOrd="0" destOrd="0" presId="urn:microsoft.com/office/officeart/2005/8/layout/vList5"/>
    <dgm:cxn modelId="{43C81F67-A53A-45F0-BADA-F2AE6C734AAB}" srcId="{0812411A-2B98-4572-9F71-21527A84D310}" destId="{04529388-563B-43F0-84D4-70C54CEDC3AB}" srcOrd="1" destOrd="0" parTransId="{8A5EF92D-9589-45C5-80F9-CAE8262EF11B}" sibTransId="{636A58B1-7E0E-4A2D-8BC5-D69B9D4556D4}"/>
    <dgm:cxn modelId="{E1F7B18F-0A6D-4997-9751-507407405665}" srcId="{0812411A-2B98-4572-9F71-21527A84D310}" destId="{2E38F2AF-D30F-4376-90C8-0A2CADCCA482}" srcOrd="3" destOrd="0" parTransId="{2783DA13-3768-40F8-A695-D8F879E86A9A}" sibTransId="{FC2E24A3-01FC-4509-AAFE-2F818F7AD632}"/>
    <dgm:cxn modelId="{19A738B6-0284-4571-B12E-C73B21CFF01A}" type="presOf" srcId="{8759A5AA-9F4A-48B5-B532-0DF33519E51C}" destId="{A1C1587C-BFDA-4930-ADA8-F88886BDC474}" srcOrd="0" destOrd="0" presId="urn:microsoft.com/office/officeart/2005/8/layout/vList5"/>
    <dgm:cxn modelId="{AACFBBC1-EFAE-45E1-A760-4881A4B91DBC}" type="presOf" srcId="{0812411A-2B98-4572-9F71-21527A84D310}" destId="{A97F3233-1C0D-4A0E-98E6-A1032BE63C5C}" srcOrd="0" destOrd="0" presId="urn:microsoft.com/office/officeart/2005/8/layout/vList5"/>
    <dgm:cxn modelId="{B5E8AFD6-93EE-4B55-9044-7BA0C7060D52}" type="presOf" srcId="{04529388-563B-43F0-84D4-70C54CEDC3AB}" destId="{BFAA454C-483F-439A-BF6E-BCD53ED2FD72}" srcOrd="0" destOrd="0" presId="urn:microsoft.com/office/officeart/2005/8/layout/vList5"/>
    <dgm:cxn modelId="{B39DECF3-5005-47BF-9A69-AF66A1FC2783}" srcId="{0812411A-2B98-4572-9F71-21527A84D310}" destId="{8759A5AA-9F4A-48B5-B532-0DF33519E51C}" srcOrd="0" destOrd="0" parTransId="{9B41AE0F-BE1D-4A7A-BBF4-93D29BEF75CD}" sibTransId="{30333BA9-9BE3-494A-9F08-B6664916C07B}"/>
    <dgm:cxn modelId="{324C32F6-A9FD-41EA-901A-97566DF2BE3A}" srcId="{0812411A-2B98-4572-9F71-21527A84D310}" destId="{FF4F38D5-9651-414C-8547-D9EE95600B60}" srcOrd="2" destOrd="0" parTransId="{FFF23DA5-80E4-415B-A3DE-5F8144E1D5FE}" sibTransId="{0C3AE340-1322-446A-8D2D-48C2412DDCB0}"/>
    <dgm:cxn modelId="{CA1C77B9-01CC-45AF-B5B1-0D5A47CA212F}" type="presParOf" srcId="{A97F3233-1C0D-4A0E-98E6-A1032BE63C5C}" destId="{6AED8151-E559-4577-B409-0813FED5E283}" srcOrd="0" destOrd="0" presId="urn:microsoft.com/office/officeart/2005/8/layout/vList5"/>
    <dgm:cxn modelId="{98AE17EE-A401-43A6-8107-12A4F9A5DF77}" type="presParOf" srcId="{6AED8151-E559-4577-B409-0813FED5E283}" destId="{A1C1587C-BFDA-4930-ADA8-F88886BDC474}" srcOrd="0" destOrd="0" presId="urn:microsoft.com/office/officeart/2005/8/layout/vList5"/>
    <dgm:cxn modelId="{BECDA8CA-E0CB-495D-8F55-45EDADC55B9C}" type="presParOf" srcId="{A97F3233-1C0D-4A0E-98E6-A1032BE63C5C}" destId="{F7F8CBCB-6D2E-477A-949B-E66B00B4CBCE}" srcOrd="1" destOrd="0" presId="urn:microsoft.com/office/officeart/2005/8/layout/vList5"/>
    <dgm:cxn modelId="{24896579-6914-4A07-BB27-AAE64D781A33}" type="presParOf" srcId="{A97F3233-1C0D-4A0E-98E6-A1032BE63C5C}" destId="{DB53ADFA-2BBF-43A2-B7AB-317F3947E65F}" srcOrd="2" destOrd="0" presId="urn:microsoft.com/office/officeart/2005/8/layout/vList5"/>
    <dgm:cxn modelId="{F7C7C3CA-6E8A-4C8F-9C60-5635EAAEF6CC}" type="presParOf" srcId="{DB53ADFA-2BBF-43A2-B7AB-317F3947E65F}" destId="{BFAA454C-483F-439A-BF6E-BCD53ED2FD72}" srcOrd="0" destOrd="0" presId="urn:microsoft.com/office/officeart/2005/8/layout/vList5"/>
    <dgm:cxn modelId="{E5435A27-863F-4825-A683-BC853C74D1D3}" type="presParOf" srcId="{A97F3233-1C0D-4A0E-98E6-A1032BE63C5C}" destId="{E245A79A-471A-4778-BBFD-F6AE9E421EDE}" srcOrd="3" destOrd="0" presId="urn:microsoft.com/office/officeart/2005/8/layout/vList5"/>
    <dgm:cxn modelId="{D848F25D-BB67-4B09-9A3D-10515E46599B}" type="presParOf" srcId="{A97F3233-1C0D-4A0E-98E6-A1032BE63C5C}" destId="{6636E650-AC09-4709-9283-1C30DF4B2AEB}" srcOrd="4" destOrd="0" presId="urn:microsoft.com/office/officeart/2005/8/layout/vList5"/>
    <dgm:cxn modelId="{F6466AFE-59DB-477B-B715-F9DA2885A82B}" type="presParOf" srcId="{6636E650-AC09-4709-9283-1C30DF4B2AEB}" destId="{281FF05D-766B-4140-A535-6F579275CD0C}" srcOrd="0" destOrd="0" presId="urn:microsoft.com/office/officeart/2005/8/layout/vList5"/>
    <dgm:cxn modelId="{12023553-390D-4070-B880-57BF266E48D2}" type="presParOf" srcId="{A97F3233-1C0D-4A0E-98E6-A1032BE63C5C}" destId="{E091866B-6D35-4480-BA38-58EBCAEAF90D}" srcOrd="5" destOrd="0" presId="urn:microsoft.com/office/officeart/2005/8/layout/vList5"/>
    <dgm:cxn modelId="{3808A067-0804-4B54-9F40-FE85BC9E8A96}" type="presParOf" srcId="{A97F3233-1C0D-4A0E-98E6-A1032BE63C5C}" destId="{D48C316C-771A-40B4-B0B2-D8DA8F7C3328}" srcOrd="6" destOrd="0" presId="urn:microsoft.com/office/officeart/2005/8/layout/vList5"/>
    <dgm:cxn modelId="{2BDA6E82-483E-4253-80BD-79B4816E49AA}" type="presParOf" srcId="{D48C316C-771A-40B4-B0B2-D8DA8F7C3328}" destId="{FD1F2C20-D94C-4007-BE65-DC28B25BD82F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941669-E16E-4B5D-A8F0-AE03D5153C55}">
      <dsp:nvSpPr>
        <dsp:cNvPr id="0" name=""/>
        <dsp:cNvSpPr/>
      </dsp:nvSpPr>
      <dsp:spPr>
        <a:xfrm>
          <a:off x="1108077" y="477844"/>
          <a:ext cx="1766812" cy="1766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49BB56-1C9C-4E34-B778-E31C5DE81441}">
      <dsp:nvSpPr>
        <dsp:cNvPr id="0" name=""/>
        <dsp:cNvSpPr/>
      </dsp:nvSpPr>
      <dsp:spPr>
        <a:xfrm>
          <a:off x="28359" y="2683592"/>
          <a:ext cx="392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Puzzle by Daniel Finkel of Seattle-based “Math for Love”</a:t>
          </a:r>
        </a:p>
      </dsp:txBody>
      <dsp:txXfrm>
        <a:off x="28359" y="2683592"/>
        <a:ext cx="3926250" cy="720000"/>
      </dsp:txXfrm>
    </dsp:sp>
    <dsp:sp modelId="{98B1E500-27F0-4000-9A4B-B68A33F8E811}">
      <dsp:nvSpPr>
        <dsp:cNvPr id="0" name=""/>
        <dsp:cNvSpPr/>
      </dsp:nvSpPr>
      <dsp:spPr>
        <a:xfrm>
          <a:off x="5721421" y="477844"/>
          <a:ext cx="1766812" cy="1766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CF55F1-C44A-4C8D-A92D-411A4B0B1F7D}">
      <dsp:nvSpPr>
        <dsp:cNvPr id="0" name=""/>
        <dsp:cNvSpPr/>
      </dsp:nvSpPr>
      <dsp:spPr>
        <a:xfrm>
          <a:off x="4641702" y="2683592"/>
          <a:ext cx="392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New York Times, “Numberplay”, April 13, 2015</a:t>
          </a:r>
        </a:p>
      </dsp:txBody>
      <dsp:txXfrm>
        <a:off x="4641702" y="2683592"/>
        <a:ext cx="3926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C1587C-BFDA-4930-ADA8-F88886BDC474}">
      <dsp:nvSpPr>
        <dsp:cNvPr id="0" name=""/>
        <dsp:cNvSpPr/>
      </dsp:nvSpPr>
      <dsp:spPr>
        <a:xfrm>
          <a:off x="2750819" y="1942"/>
          <a:ext cx="3094672" cy="9343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[8, 16]</a:t>
          </a:r>
        </a:p>
      </dsp:txBody>
      <dsp:txXfrm>
        <a:off x="2796430" y="47553"/>
        <a:ext cx="3003450" cy="843127"/>
      </dsp:txXfrm>
    </dsp:sp>
    <dsp:sp modelId="{BFAA454C-483F-439A-BF6E-BCD53ED2FD72}">
      <dsp:nvSpPr>
        <dsp:cNvPr id="0" name=""/>
        <dsp:cNvSpPr/>
      </dsp:nvSpPr>
      <dsp:spPr>
        <a:xfrm>
          <a:off x="2750819" y="983009"/>
          <a:ext cx="3094672" cy="9343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[6, 10, 15]</a:t>
          </a:r>
        </a:p>
      </dsp:txBody>
      <dsp:txXfrm>
        <a:off x="2796430" y="1028620"/>
        <a:ext cx="3003450" cy="843127"/>
      </dsp:txXfrm>
    </dsp:sp>
    <dsp:sp modelId="{281FF05D-766B-4140-A535-6F579275CD0C}">
      <dsp:nvSpPr>
        <dsp:cNvPr id="0" name=""/>
        <dsp:cNvSpPr/>
      </dsp:nvSpPr>
      <dsp:spPr>
        <a:xfrm>
          <a:off x="2750819" y="1964077"/>
          <a:ext cx="3094672" cy="9343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[12, 16, 24]</a:t>
          </a:r>
        </a:p>
      </dsp:txBody>
      <dsp:txXfrm>
        <a:off x="2796430" y="2009688"/>
        <a:ext cx="3003450" cy="843127"/>
      </dsp:txXfrm>
    </dsp:sp>
    <dsp:sp modelId="{FD1F2C20-D94C-4007-BE65-DC28B25BD82F}">
      <dsp:nvSpPr>
        <dsp:cNvPr id="0" name=""/>
        <dsp:cNvSpPr/>
      </dsp:nvSpPr>
      <dsp:spPr>
        <a:xfrm>
          <a:off x="2750819" y="2945144"/>
          <a:ext cx="3094672" cy="9343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[10, 14, 15, 21]</a:t>
          </a:r>
        </a:p>
      </dsp:txBody>
      <dsp:txXfrm>
        <a:off x="2796430" y="2990755"/>
        <a:ext cx="3003450" cy="8431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D53F1-4561-45C4-8451-5238F5210F28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2CD08-CB55-46EC-956A-3FC960BC6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96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D53F1-4561-45C4-8451-5238F5210F28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2CD08-CB55-46EC-956A-3FC960BC6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81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D53F1-4561-45C4-8451-5238F5210F28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2CD08-CB55-46EC-956A-3FC960BC6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641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D53F1-4561-45C4-8451-5238F5210F28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2CD08-CB55-46EC-956A-3FC960BC6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54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D53F1-4561-45C4-8451-5238F5210F28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2CD08-CB55-46EC-956A-3FC960BC6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145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D53F1-4561-45C4-8451-5238F5210F28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2CD08-CB55-46EC-956A-3FC960BC6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664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D53F1-4561-45C4-8451-5238F5210F28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2CD08-CB55-46EC-956A-3FC960BC6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44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D53F1-4561-45C4-8451-5238F5210F28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2CD08-CB55-46EC-956A-3FC960BC6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839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D53F1-4561-45C4-8451-5238F5210F28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2CD08-CB55-46EC-956A-3FC960BC6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3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D53F1-4561-45C4-8451-5238F5210F28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2CD08-CB55-46EC-956A-3FC960BC6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460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D53F1-4561-45C4-8451-5238F5210F28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2CD08-CB55-46EC-956A-3FC960BC6EC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66750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D53F1-4561-45C4-8451-5238F5210F28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2CD08-CB55-46EC-956A-3FC960BC6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673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D53F1-4561-45C4-8451-5238F5210F28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2CD08-CB55-46EC-956A-3FC960BC6EC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38912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D53F1-4561-45C4-8451-5238F5210F28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2CD08-CB55-46EC-956A-3FC960BC6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194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D53F1-4561-45C4-8451-5238F5210F28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2CD08-CB55-46EC-956A-3FC960BC6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6863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D53F1-4561-45C4-8451-5238F5210F28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2CD08-CB55-46EC-956A-3FC960BC6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05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D53F1-4561-45C4-8451-5238F5210F28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CA2CD08-CB55-46EC-956A-3FC960BC6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93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hyperlink" Target="https://archive.nytimes.com/wordplay.blogs.nytimes.com/2015/04/13/finkel-4/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hite calculator">
            <a:extLst>
              <a:ext uri="{FF2B5EF4-FFF2-40B4-BE49-F238E27FC236}">
                <a16:creationId xmlns:a16="http://schemas.microsoft.com/office/drawing/2014/main" id="{6783A0F0-A14D-53D6-C8AC-8536D65D78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11" r="39246" b="8316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951A1C-68DC-A045-F201-6028C95A6B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0563" y="1678665"/>
            <a:ext cx="3887839" cy="2372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The Tax Collector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8AAA99-0B0F-5AF6-67F9-E151637CF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80563" y="4050833"/>
            <a:ext cx="3893440" cy="1096899"/>
          </a:xfrm>
        </p:spPr>
        <p:txBody>
          <a:bodyPr>
            <a:normAutofit/>
          </a:bodyPr>
          <a:lstStyle/>
          <a:p>
            <a:r>
              <a:rPr lang="en-US"/>
              <a:t>aka “The Tax Divisor”</a:t>
            </a:r>
          </a:p>
        </p:txBody>
      </p:sp>
    </p:spTree>
    <p:extLst>
      <p:ext uri="{BB962C8B-B14F-4D97-AF65-F5344CB8AC3E}">
        <p14:creationId xmlns:p14="http://schemas.microsoft.com/office/powerpoint/2010/main" val="386825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AB964-2354-3FD4-8710-F3294A1AE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History of the problem</a:t>
            </a:r>
            <a:br>
              <a:rPr lang="en-US" sz="2800"/>
            </a:br>
            <a:br>
              <a:rPr lang="en-US" sz="2800"/>
            </a:br>
            <a:r>
              <a:rPr lang="en-US" sz="2800">
                <a:hlinkClick r:id="rId2"/>
              </a:rPr>
              <a:t>Original Puzzle</a:t>
            </a:r>
            <a:endParaRPr lang="en-US" sz="2800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517242DB-F5E5-017C-3162-2B7E510DE9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8037144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61896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D88AE-8A23-B066-7866-143536B98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76400"/>
            <a:ext cx="3810000" cy="3505200"/>
          </a:xfrm>
        </p:spPr>
        <p:txBody>
          <a:bodyPr anchor="t">
            <a:normAutofit/>
          </a:bodyPr>
          <a:lstStyle/>
          <a:p>
            <a:r>
              <a:rPr lang="en-US" sz="400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B611-8D93-E4AF-AC1E-6A17C2CC5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4" y="1676400"/>
            <a:ext cx="5638796" cy="3505200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tx1">
                    <a:alpha val="55000"/>
                  </a:schemeClr>
                </a:solidFill>
              </a:rPr>
              <a:t>Paychecks $1 through $12.</a:t>
            </a:r>
          </a:p>
          <a:p>
            <a:r>
              <a:rPr lang="en-US" sz="2400" dirty="0">
                <a:solidFill>
                  <a:schemeClr val="tx1">
                    <a:alpha val="55000"/>
                  </a:schemeClr>
                </a:solidFill>
              </a:rPr>
              <a:t>You can take any number, but then the tax collector gets all (remaining) factors of your number.</a:t>
            </a:r>
          </a:p>
          <a:p>
            <a:r>
              <a:rPr lang="en-US" sz="2400" dirty="0">
                <a:solidFill>
                  <a:schemeClr val="tx1">
                    <a:alpha val="55000"/>
                  </a:schemeClr>
                </a:solidFill>
              </a:rPr>
              <a:t>The tax collector must always get at least one number.</a:t>
            </a:r>
          </a:p>
          <a:p>
            <a:r>
              <a:rPr lang="en-US" sz="2400" dirty="0">
                <a:solidFill>
                  <a:schemeClr val="tx1">
                    <a:alpha val="55000"/>
                  </a:schemeClr>
                </a:solidFill>
              </a:rPr>
              <a:t>Repeat until you can’t take any more numbers.  Then the tax collector gets the rest.</a:t>
            </a:r>
          </a:p>
          <a:p>
            <a:endParaRPr lang="en-US" sz="2400" dirty="0">
              <a:solidFill>
                <a:schemeClr val="tx1">
                  <a:alpha val="5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471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4460A3-389C-7BDC-B093-169B8EFB2B5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Try it out,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4460A3-389C-7BDC-B093-169B8EFB2B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45DC7-886D-A487-4D3D-749BC6EB8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4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82631-2A65-35F5-D406-7DB1D22C6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900B7-0AA5-BA5D-8798-B69E54AF7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How should I start?</a:t>
            </a:r>
          </a:p>
          <a:p>
            <a:r>
              <a:rPr lang="en-US" sz="2000" dirty="0"/>
              <a:t>How many numbers can I take?</a:t>
            </a:r>
          </a:p>
        </p:txBody>
      </p:sp>
    </p:spTree>
    <p:extLst>
      <p:ext uri="{BB962C8B-B14F-4D97-AF65-F5344CB8AC3E}">
        <p14:creationId xmlns:p14="http://schemas.microsoft.com/office/powerpoint/2010/main" val="3748910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EDCF1-D38F-76AE-B27C-BCE555B4B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76400"/>
            <a:ext cx="3810000" cy="3505200"/>
          </a:xfrm>
        </p:spPr>
        <p:txBody>
          <a:bodyPr anchor="t">
            <a:normAutofit/>
          </a:bodyPr>
          <a:lstStyle/>
          <a:p>
            <a:r>
              <a:rPr lang="en-US" sz="4000"/>
              <a:t>Observations – the first choice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0006A-C79B-11DC-68F4-0BDB5DC24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4" y="1676400"/>
            <a:ext cx="5638796" cy="3505200"/>
          </a:xfrm>
        </p:spPr>
        <p:txBody>
          <a:bodyPr>
            <a:normAutofit/>
          </a:bodyPr>
          <a:lstStyle/>
          <a:p>
            <a:endParaRPr lang="en-US" sz="2400">
              <a:solidFill>
                <a:schemeClr val="tx1">
                  <a:alpha val="5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03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031B1-54BA-26EE-8562-ED4C6BA19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442" y="685800"/>
            <a:ext cx="4353116" cy="1474666"/>
          </a:xfrm>
        </p:spPr>
        <p:txBody>
          <a:bodyPr anchor="b">
            <a:normAutofit/>
          </a:bodyPr>
          <a:lstStyle/>
          <a:p>
            <a:pPr algn="ctr"/>
            <a:r>
              <a:rPr lang="en-US" sz="3200">
                <a:solidFill>
                  <a:srgbClr val="595959"/>
                </a:solidFill>
              </a:rPr>
              <a:t>Observations – how many choices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F9FC77-A839-9153-3B67-DC8A10EAB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1442" y="2447337"/>
                <a:ext cx="4353116" cy="3770434"/>
              </a:xfrm>
            </p:spPr>
            <p:txBody>
              <a:bodyPr anchor="t">
                <a:normAutofit/>
              </a:bodyPr>
              <a:lstStyle/>
              <a:p>
                <a:r>
                  <a:rPr lang="en-US" sz="2000" dirty="0">
                    <a:solidFill>
                      <a:srgbClr val="595959"/>
                    </a:solidFill>
                  </a:rPr>
                  <a:t>First guess:  </a:t>
                </a:r>
                <a14:m>
                  <m:oMath xmlns:m="http://schemas.openxmlformats.org/officeDocument/2006/math">
                    <m:r>
                      <a:rPr lang="en-US" sz="2000" b="0" i="1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en-US" sz="2000" dirty="0">
                  <a:solidFill>
                    <a:srgbClr val="595959"/>
                  </a:solidFill>
                </a:endParaRPr>
              </a:p>
              <a:p>
                <a:r>
                  <a:rPr lang="en-US" sz="2000" dirty="0">
                    <a:solidFill>
                      <a:srgbClr val="595959"/>
                    </a:solidFill>
                  </a:rPr>
                  <a:t>Second guess: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𝑤𝑎𝑠𝑡𝑒</m:t>
                    </m:r>
                    <m:r>
                      <a:rPr lang="en-US" sz="2000" b="0" i="1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)/2</m:t>
                    </m:r>
                  </m:oMath>
                </a14:m>
                <a:endParaRPr lang="en-US" sz="2000" dirty="0">
                  <a:solidFill>
                    <a:srgbClr val="595959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F9FC77-A839-9153-3B67-DC8A10EAB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1442" y="2447337"/>
                <a:ext cx="4353116" cy="3770434"/>
              </a:xfrm>
              <a:blipFill>
                <a:blip r:embed="rId2"/>
                <a:stretch>
                  <a:fillRect l="-1261" t="-1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A782CE2-F3FB-38D8-A758-0F0A7B5825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6739127"/>
                  </p:ext>
                </p:extLst>
              </p:nvPr>
            </p:nvGraphicFramePr>
            <p:xfrm>
              <a:off x="6781801" y="1621033"/>
              <a:ext cx="4797057" cy="36615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5577">
                      <a:extLst>
                        <a:ext uri="{9D8B030D-6E8A-4147-A177-3AD203B41FA5}">
                          <a16:colId xmlns:a16="http://schemas.microsoft.com/office/drawing/2014/main" val="1007554266"/>
                        </a:ext>
                      </a:extLst>
                    </a:gridCol>
                    <a:gridCol w="1446365">
                      <a:extLst>
                        <a:ext uri="{9D8B030D-6E8A-4147-A177-3AD203B41FA5}">
                          <a16:colId xmlns:a16="http://schemas.microsoft.com/office/drawing/2014/main" val="229139609"/>
                        </a:ext>
                      </a:extLst>
                    </a:gridCol>
                    <a:gridCol w="2315115">
                      <a:extLst>
                        <a:ext uri="{9D8B030D-6E8A-4147-A177-3AD203B41FA5}">
                          <a16:colId xmlns:a16="http://schemas.microsoft.com/office/drawing/2014/main" val="3572228280"/>
                        </a:ext>
                      </a:extLst>
                    </a:gridCol>
                  </a:tblGrid>
                  <a:tr h="7323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300"/>
                            <a:t>n</a:t>
                          </a:r>
                        </a:p>
                      </a:txBody>
                      <a:tcPr marL="166432" marR="166432" marT="83216" marB="83216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300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3300" b="1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33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3300"/>
                        </a:p>
                      </a:txBody>
                      <a:tcPr marL="166432" marR="166432" marT="83216" marB="83216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3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3300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33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300" b="1" i="1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  <m:r>
                                  <a:rPr lang="en-US" sz="3300" b="1" i="1" smtClean="0">
                                    <a:latin typeface="Cambria Math" panose="02040503050406030204" pitchFamily="18" charset="0"/>
                                  </a:rPr>
                                  <m:t>)/</m:t>
                                </m:r>
                                <m:r>
                                  <a:rPr lang="en-US" sz="33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3300"/>
                        </a:p>
                      </a:txBody>
                      <a:tcPr marL="166432" marR="166432" marT="83216" marB="83216"/>
                    </a:tc>
                    <a:extLst>
                      <a:ext uri="{0D108BD9-81ED-4DB2-BD59-A6C34878D82A}">
                        <a16:rowId xmlns:a16="http://schemas.microsoft.com/office/drawing/2014/main" val="3838528896"/>
                      </a:ext>
                    </a:extLst>
                  </a:tr>
                  <a:tr h="7323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300"/>
                            <a:t>12</a:t>
                          </a:r>
                        </a:p>
                      </a:txBody>
                      <a:tcPr marL="166432" marR="166432" marT="83216" marB="8321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300"/>
                            <a:t>6</a:t>
                          </a:r>
                        </a:p>
                      </a:txBody>
                      <a:tcPr marL="166432" marR="166432" marT="83216" marB="8321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300"/>
                            <a:t>5</a:t>
                          </a:r>
                        </a:p>
                      </a:txBody>
                      <a:tcPr marL="166432" marR="166432" marT="83216" marB="83216"/>
                    </a:tc>
                    <a:extLst>
                      <a:ext uri="{0D108BD9-81ED-4DB2-BD59-A6C34878D82A}">
                        <a16:rowId xmlns:a16="http://schemas.microsoft.com/office/drawing/2014/main" val="211337949"/>
                      </a:ext>
                    </a:extLst>
                  </a:tr>
                  <a:tr h="7323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300"/>
                            <a:t>24</a:t>
                          </a:r>
                        </a:p>
                      </a:txBody>
                      <a:tcPr marL="166432" marR="166432" marT="83216" marB="8321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300"/>
                            <a:t>12</a:t>
                          </a:r>
                        </a:p>
                      </a:txBody>
                      <a:tcPr marL="166432" marR="166432" marT="83216" marB="8321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300"/>
                            <a:t>10</a:t>
                          </a:r>
                        </a:p>
                      </a:txBody>
                      <a:tcPr marL="166432" marR="166432" marT="83216" marB="83216"/>
                    </a:tc>
                    <a:extLst>
                      <a:ext uri="{0D108BD9-81ED-4DB2-BD59-A6C34878D82A}">
                        <a16:rowId xmlns:a16="http://schemas.microsoft.com/office/drawing/2014/main" val="4172069546"/>
                      </a:ext>
                    </a:extLst>
                  </a:tr>
                  <a:tr h="7323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300"/>
                            <a:t>32</a:t>
                          </a:r>
                        </a:p>
                      </a:txBody>
                      <a:tcPr marL="166432" marR="166432" marT="83216" marB="8321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300"/>
                            <a:t>16</a:t>
                          </a:r>
                        </a:p>
                      </a:txBody>
                      <a:tcPr marL="166432" marR="166432" marT="83216" marB="8321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300"/>
                            <a:t>14</a:t>
                          </a:r>
                        </a:p>
                      </a:txBody>
                      <a:tcPr marL="166432" marR="166432" marT="83216" marB="83216"/>
                    </a:tc>
                    <a:extLst>
                      <a:ext uri="{0D108BD9-81ED-4DB2-BD59-A6C34878D82A}">
                        <a16:rowId xmlns:a16="http://schemas.microsoft.com/office/drawing/2014/main" val="1383449175"/>
                      </a:ext>
                    </a:extLst>
                  </a:tr>
                  <a:tr h="7323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300"/>
                            <a:t>48</a:t>
                          </a:r>
                        </a:p>
                      </a:txBody>
                      <a:tcPr marL="166432" marR="166432" marT="83216" marB="8321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300"/>
                            <a:t>24</a:t>
                          </a:r>
                        </a:p>
                      </a:txBody>
                      <a:tcPr marL="166432" marR="166432" marT="83216" marB="8321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300" dirty="0"/>
                            <a:t>21</a:t>
                          </a:r>
                        </a:p>
                      </a:txBody>
                      <a:tcPr marL="166432" marR="166432" marT="83216" marB="83216"/>
                    </a:tc>
                    <a:extLst>
                      <a:ext uri="{0D108BD9-81ED-4DB2-BD59-A6C34878D82A}">
                        <a16:rowId xmlns:a16="http://schemas.microsoft.com/office/drawing/2014/main" val="30430719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A782CE2-F3FB-38D8-A758-0F0A7B5825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6739127"/>
                  </p:ext>
                </p:extLst>
              </p:nvPr>
            </p:nvGraphicFramePr>
            <p:xfrm>
              <a:off x="6781801" y="1621033"/>
              <a:ext cx="4797057" cy="36615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5577">
                      <a:extLst>
                        <a:ext uri="{9D8B030D-6E8A-4147-A177-3AD203B41FA5}">
                          <a16:colId xmlns:a16="http://schemas.microsoft.com/office/drawing/2014/main" val="1007554266"/>
                        </a:ext>
                      </a:extLst>
                    </a:gridCol>
                    <a:gridCol w="1446365">
                      <a:extLst>
                        <a:ext uri="{9D8B030D-6E8A-4147-A177-3AD203B41FA5}">
                          <a16:colId xmlns:a16="http://schemas.microsoft.com/office/drawing/2014/main" val="229139609"/>
                        </a:ext>
                      </a:extLst>
                    </a:gridCol>
                    <a:gridCol w="2315115">
                      <a:extLst>
                        <a:ext uri="{9D8B030D-6E8A-4147-A177-3AD203B41FA5}">
                          <a16:colId xmlns:a16="http://schemas.microsoft.com/office/drawing/2014/main" val="3572228280"/>
                        </a:ext>
                      </a:extLst>
                    </a:gridCol>
                  </a:tblGrid>
                  <a:tr h="7323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300"/>
                            <a:t>n</a:t>
                          </a:r>
                        </a:p>
                      </a:txBody>
                      <a:tcPr marL="166432" marR="166432" marT="83216" marB="83216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66432" marR="166432" marT="83216" marB="83216">
                        <a:blipFill>
                          <a:blip r:embed="rId3"/>
                          <a:stretch>
                            <a:fillRect l="-71849" t="-6667" r="-161345" b="-41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66432" marR="166432" marT="83216" marB="83216">
                        <a:blipFill>
                          <a:blip r:embed="rId3"/>
                          <a:stretch>
                            <a:fillRect l="-107632" t="-6667" r="-1053" b="-4158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8528896"/>
                      </a:ext>
                    </a:extLst>
                  </a:tr>
                  <a:tr h="7323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300"/>
                            <a:t>12</a:t>
                          </a:r>
                        </a:p>
                      </a:txBody>
                      <a:tcPr marL="166432" marR="166432" marT="83216" marB="8321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300"/>
                            <a:t>6</a:t>
                          </a:r>
                        </a:p>
                      </a:txBody>
                      <a:tcPr marL="166432" marR="166432" marT="83216" marB="8321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300"/>
                            <a:t>5</a:t>
                          </a:r>
                        </a:p>
                      </a:txBody>
                      <a:tcPr marL="166432" marR="166432" marT="83216" marB="83216"/>
                    </a:tc>
                    <a:extLst>
                      <a:ext uri="{0D108BD9-81ED-4DB2-BD59-A6C34878D82A}">
                        <a16:rowId xmlns:a16="http://schemas.microsoft.com/office/drawing/2014/main" val="211337949"/>
                      </a:ext>
                    </a:extLst>
                  </a:tr>
                  <a:tr h="7323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300"/>
                            <a:t>24</a:t>
                          </a:r>
                        </a:p>
                      </a:txBody>
                      <a:tcPr marL="166432" marR="166432" marT="83216" marB="8321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300"/>
                            <a:t>12</a:t>
                          </a:r>
                        </a:p>
                      </a:txBody>
                      <a:tcPr marL="166432" marR="166432" marT="83216" marB="8321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300"/>
                            <a:t>10</a:t>
                          </a:r>
                        </a:p>
                      </a:txBody>
                      <a:tcPr marL="166432" marR="166432" marT="83216" marB="83216"/>
                    </a:tc>
                    <a:extLst>
                      <a:ext uri="{0D108BD9-81ED-4DB2-BD59-A6C34878D82A}">
                        <a16:rowId xmlns:a16="http://schemas.microsoft.com/office/drawing/2014/main" val="4172069546"/>
                      </a:ext>
                    </a:extLst>
                  </a:tr>
                  <a:tr h="7323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300"/>
                            <a:t>32</a:t>
                          </a:r>
                        </a:p>
                      </a:txBody>
                      <a:tcPr marL="166432" marR="166432" marT="83216" marB="8321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300"/>
                            <a:t>16</a:t>
                          </a:r>
                        </a:p>
                      </a:txBody>
                      <a:tcPr marL="166432" marR="166432" marT="83216" marB="8321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300"/>
                            <a:t>14</a:t>
                          </a:r>
                        </a:p>
                      </a:txBody>
                      <a:tcPr marL="166432" marR="166432" marT="83216" marB="83216"/>
                    </a:tc>
                    <a:extLst>
                      <a:ext uri="{0D108BD9-81ED-4DB2-BD59-A6C34878D82A}">
                        <a16:rowId xmlns:a16="http://schemas.microsoft.com/office/drawing/2014/main" val="1383449175"/>
                      </a:ext>
                    </a:extLst>
                  </a:tr>
                  <a:tr h="7323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300"/>
                            <a:t>48</a:t>
                          </a:r>
                        </a:p>
                      </a:txBody>
                      <a:tcPr marL="166432" marR="166432" marT="83216" marB="8321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300"/>
                            <a:t>24</a:t>
                          </a:r>
                        </a:p>
                      </a:txBody>
                      <a:tcPr marL="166432" marR="166432" marT="83216" marB="8321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300" dirty="0"/>
                            <a:t>21</a:t>
                          </a:r>
                        </a:p>
                      </a:txBody>
                      <a:tcPr marL="166432" marR="166432" marT="83216" marB="83216"/>
                    </a:tc>
                    <a:extLst>
                      <a:ext uri="{0D108BD9-81ED-4DB2-BD59-A6C34878D82A}">
                        <a16:rowId xmlns:a16="http://schemas.microsoft.com/office/drawing/2014/main" val="304307196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46753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8195C-FF39-C905-6C37-DFD1D9D8A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Observations – classes</a:t>
            </a:r>
            <a:r>
              <a:rPr lang="en-US" baseline="0" dirty="0"/>
              <a:t> of numbers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026FC-28D8-8A01-3190-68EE721CC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only</a:t>
            </a:r>
          </a:p>
          <a:p>
            <a:r>
              <a:rPr lang="en-US" dirty="0"/>
              <a:t>Tax only</a:t>
            </a:r>
          </a:p>
          <a:p>
            <a:r>
              <a:rPr lang="en-US" dirty="0"/>
              <a:t>Wasted</a:t>
            </a:r>
          </a:p>
          <a:p>
            <a:r>
              <a:rPr lang="en-US" dirty="0"/>
              <a:t>Take or Tax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44AB992-5E8E-3760-911A-81830CC47A60}"/>
              </a:ext>
            </a:extLst>
          </p:cNvPr>
          <p:cNvSpPr/>
          <p:nvPr/>
        </p:nvSpPr>
        <p:spPr>
          <a:xfrm>
            <a:off x="3918857" y="1970314"/>
            <a:ext cx="3962400" cy="3864429"/>
          </a:xfrm>
          <a:prstGeom prst="ellipse">
            <a:avLst/>
          </a:prstGeom>
          <a:noFill/>
          <a:ln w="349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0721001-EB76-6D4E-F97D-0A864C8CB0CE}"/>
              </a:ext>
            </a:extLst>
          </p:cNvPr>
          <p:cNvSpPr/>
          <p:nvPr/>
        </p:nvSpPr>
        <p:spPr>
          <a:xfrm>
            <a:off x="6096001" y="1970314"/>
            <a:ext cx="4332514" cy="3864429"/>
          </a:xfrm>
          <a:prstGeom prst="ellipse">
            <a:avLst/>
          </a:prstGeom>
          <a:noFill/>
          <a:ln w="349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458871-57A8-8D98-C181-5C966032D768}"/>
              </a:ext>
            </a:extLst>
          </p:cNvPr>
          <p:cNvSpPr txBox="1"/>
          <p:nvPr/>
        </p:nvSpPr>
        <p:spPr>
          <a:xfrm>
            <a:off x="5487244" y="1533447"/>
            <a:ext cx="6087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Tax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80AD4B-7142-3B6A-56D8-C69F8C41F828}"/>
              </a:ext>
            </a:extLst>
          </p:cNvPr>
          <p:cNvSpPr txBox="1"/>
          <p:nvPr/>
        </p:nvSpPr>
        <p:spPr>
          <a:xfrm>
            <a:off x="7885089" y="1542099"/>
            <a:ext cx="776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Take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34A3F6-6E44-B46F-2506-0342D5E1AD31}"/>
              </a:ext>
            </a:extLst>
          </p:cNvPr>
          <p:cNvSpPr txBox="1"/>
          <p:nvPr/>
        </p:nvSpPr>
        <p:spPr>
          <a:xfrm>
            <a:off x="6423021" y="3429000"/>
            <a:ext cx="12971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1, 2, 3, 4</a:t>
            </a:r>
          </a:p>
          <a:p>
            <a:pPr algn="ctr"/>
            <a:r>
              <a:rPr lang="en-US" sz="2400" dirty="0"/>
              <a:t>5, 6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A20B89-ADAD-BAE8-EF94-9A60DD2D3267}"/>
              </a:ext>
            </a:extLst>
          </p:cNvPr>
          <p:cNvSpPr txBox="1"/>
          <p:nvPr/>
        </p:nvSpPr>
        <p:spPr>
          <a:xfrm>
            <a:off x="8047192" y="3428999"/>
            <a:ext cx="11974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7, 8, 9,</a:t>
            </a:r>
          </a:p>
          <a:p>
            <a:pPr algn="ctr"/>
            <a:r>
              <a:rPr lang="en-US" sz="2400" dirty="0"/>
              <a:t>10, 11, 12</a:t>
            </a:r>
          </a:p>
        </p:txBody>
      </p:sp>
    </p:spTree>
    <p:extLst>
      <p:ext uri="{BB962C8B-B14F-4D97-AF65-F5344CB8AC3E}">
        <p14:creationId xmlns:p14="http://schemas.microsoft.com/office/powerpoint/2010/main" val="1940232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33B13-1F0F-DCE6-4346-D38192389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B89B7-85BF-6114-DAE0-929C7E657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</a:t>
            </a:r>
            <a:r>
              <a:rPr lang="en-US" baseline="0" dirty="0"/>
              <a:t> of numbers – after taking 11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BD67A-8506-6B6F-F08C-76FE35B10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Taken: 11</a:t>
            </a:r>
          </a:p>
          <a:p>
            <a:r>
              <a:rPr lang="en-US" dirty="0"/>
              <a:t>Taxed: 1</a:t>
            </a:r>
          </a:p>
          <a:p>
            <a:r>
              <a:rPr lang="en-US" dirty="0"/>
              <a:t>Wasted: 7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AA2CB7B-AFF0-D704-066E-3EEAC2B06AC3}"/>
              </a:ext>
            </a:extLst>
          </p:cNvPr>
          <p:cNvSpPr/>
          <p:nvPr/>
        </p:nvSpPr>
        <p:spPr>
          <a:xfrm>
            <a:off x="3918857" y="1970314"/>
            <a:ext cx="3962400" cy="3864429"/>
          </a:xfrm>
          <a:prstGeom prst="ellipse">
            <a:avLst/>
          </a:prstGeom>
          <a:noFill/>
          <a:ln w="349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874634E-3129-7BFE-A54C-E15EF76031EA}"/>
              </a:ext>
            </a:extLst>
          </p:cNvPr>
          <p:cNvSpPr/>
          <p:nvPr/>
        </p:nvSpPr>
        <p:spPr>
          <a:xfrm>
            <a:off x="6096001" y="1970314"/>
            <a:ext cx="4332514" cy="3864429"/>
          </a:xfrm>
          <a:prstGeom prst="ellipse">
            <a:avLst/>
          </a:prstGeom>
          <a:noFill/>
          <a:ln w="349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A737FC-5DFF-F593-C8A6-2E9D7D8DC754}"/>
              </a:ext>
            </a:extLst>
          </p:cNvPr>
          <p:cNvSpPr txBox="1"/>
          <p:nvPr/>
        </p:nvSpPr>
        <p:spPr>
          <a:xfrm>
            <a:off x="5487244" y="1533447"/>
            <a:ext cx="6087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Tax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C9CB19-F20D-04B8-5E7C-C64E1055A0FD}"/>
              </a:ext>
            </a:extLst>
          </p:cNvPr>
          <p:cNvSpPr txBox="1"/>
          <p:nvPr/>
        </p:nvSpPr>
        <p:spPr>
          <a:xfrm>
            <a:off x="7885089" y="1542099"/>
            <a:ext cx="776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Take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4B9320-1C74-3CC3-2708-471ED699E373}"/>
              </a:ext>
            </a:extLst>
          </p:cNvPr>
          <p:cNvSpPr txBox="1"/>
          <p:nvPr/>
        </p:nvSpPr>
        <p:spPr>
          <a:xfrm>
            <a:off x="6738813" y="3429000"/>
            <a:ext cx="665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4, 6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5EE527-9CBD-98B5-89E2-0715EE80A38A}"/>
              </a:ext>
            </a:extLst>
          </p:cNvPr>
          <p:cNvSpPr txBox="1"/>
          <p:nvPr/>
        </p:nvSpPr>
        <p:spPr>
          <a:xfrm>
            <a:off x="8036306" y="3428999"/>
            <a:ext cx="11974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8, 9,</a:t>
            </a:r>
          </a:p>
          <a:p>
            <a:pPr algn="ctr"/>
            <a:r>
              <a:rPr lang="en-US" sz="2400" dirty="0"/>
              <a:t>10, 12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4281DE-601A-DAB8-615F-F53FB5F7E57B}"/>
              </a:ext>
            </a:extLst>
          </p:cNvPr>
          <p:cNvSpPr txBox="1"/>
          <p:nvPr/>
        </p:nvSpPr>
        <p:spPr>
          <a:xfrm>
            <a:off x="4819509" y="3382833"/>
            <a:ext cx="981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2, 3, 5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13C88C-AE45-5BAB-4DEE-608BD3E2587E}"/>
              </a:ext>
            </a:extLst>
          </p:cNvPr>
          <p:cNvSpPr txBox="1"/>
          <p:nvPr/>
        </p:nvSpPr>
        <p:spPr>
          <a:xfrm>
            <a:off x="2164077" y="4732111"/>
            <a:ext cx="1332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Waste: 7</a:t>
            </a:r>
          </a:p>
        </p:txBody>
      </p:sp>
    </p:spTree>
    <p:extLst>
      <p:ext uri="{BB962C8B-B14F-4D97-AF65-F5344CB8AC3E}">
        <p14:creationId xmlns:p14="http://schemas.microsoft.com/office/powerpoint/2010/main" val="514130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DF127-5F38-8C95-9A7D-3F733850B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41332-D1C3-CAD8-9062-892493106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</a:t>
            </a:r>
            <a:r>
              <a:rPr lang="en-US" baseline="0" dirty="0"/>
              <a:t> of numbers – after taking 11, 9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BA7EA-9019-A192-049D-646EFDC8B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Taken: 11, 9</a:t>
            </a:r>
          </a:p>
          <a:p>
            <a:r>
              <a:rPr lang="en-US" dirty="0"/>
              <a:t>Taxed: 1, 3</a:t>
            </a:r>
          </a:p>
          <a:p>
            <a:r>
              <a:rPr lang="en-US" dirty="0"/>
              <a:t>Wasted: 7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4477DC2-2556-06B8-56DD-71E56ED11C39}"/>
              </a:ext>
            </a:extLst>
          </p:cNvPr>
          <p:cNvSpPr/>
          <p:nvPr/>
        </p:nvSpPr>
        <p:spPr>
          <a:xfrm>
            <a:off x="3918857" y="1970314"/>
            <a:ext cx="3962400" cy="3864429"/>
          </a:xfrm>
          <a:prstGeom prst="ellipse">
            <a:avLst/>
          </a:prstGeom>
          <a:noFill/>
          <a:ln w="349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61EA21F-731C-35D2-6C49-5006FF973106}"/>
              </a:ext>
            </a:extLst>
          </p:cNvPr>
          <p:cNvSpPr/>
          <p:nvPr/>
        </p:nvSpPr>
        <p:spPr>
          <a:xfrm>
            <a:off x="6096001" y="1970314"/>
            <a:ext cx="4332514" cy="3864429"/>
          </a:xfrm>
          <a:prstGeom prst="ellipse">
            <a:avLst/>
          </a:prstGeom>
          <a:noFill/>
          <a:ln w="349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811731-F709-FE2C-94A3-09AB53FD5615}"/>
              </a:ext>
            </a:extLst>
          </p:cNvPr>
          <p:cNvSpPr txBox="1"/>
          <p:nvPr/>
        </p:nvSpPr>
        <p:spPr>
          <a:xfrm>
            <a:off x="5487244" y="1533447"/>
            <a:ext cx="6087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Tax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425614-7FF6-F136-170F-72B77499A3F8}"/>
              </a:ext>
            </a:extLst>
          </p:cNvPr>
          <p:cNvSpPr txBox="1"/>
          <p:nvPr/>
        </p:nvSpPr>
        <p:spPr>
          <a:xfrm>
            <a:off x="7885089" y="1542099"/>
            <a:ext cx="776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Take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C81D4C-10A0-B4CA-A46E-0F860E03B8EA}"/>
              </a:ext>
            </a:extLst>
          </p:cNvPr>
          <p:cNvSpPr txBox="1"/>
          <p:nvPr/>
        </p:nvSpPr>
        <p:spPr>
          <a:xfrm>
            <a:off x="6738813" y="3429000"/>
            <a:ext cx="665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4, 6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D667EC-DB25-90A2-964B-90ECF578E9B5}"/>
              </a:ext>
            </a:extLst>
          </p:cNvPr>
          <p:cNvSpPr txBox="1"/>
          <p:nvPr/>
        </p:nvSpPr>
        <p:spPr>
          <a:xfrm>
            <a:off x="8047192" y="3428999"/>
            <a:ext cx="11974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8,10, 12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4BFBDB-978B-D639-501B-1370BC4A8F2B}"/>
              </a:ext>
            </a:extLst>
          </p:cNvPr>
          <p:cNvSpPr txBox="1"/>
          <p:nvPr/>
        </p:nvSpPr>
        <p:spPr>
          <a:xfrm>
            <a:off x="5097553" y="3500538"/>
            <a:ext cx="665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2, 5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42289C-C16D-9BAC-A5B7-DD727AA8F7D8}"/>
              </a:ext>
            </a:extLst>
          </p:cNvPr>
          <p:cNvSpPr txBox="1"/>
          <p:nvPr/>
        </p:nvSpPr>
        <p:spPr>
          <a:xfrm>
            <a:off x="2394874" y="4917168"/>
            <a:ext cx="1046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Waste: 7</a:t>
            </a:r>
          </a:p>
        </p:txBody>
      </p:sp>
    </p:spTree>
    <p:extLst>
      <p:ext uri="{BB962C8B-B14F-4D97-AF65-F5344CB8AC3E}">
        <p14:creationId xmlns:p14="http://schemas.microsoft.com/office/powerpoint/2010/main" val="451510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CB698-0EB3-27F3-3600-D5DA53FC8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Observations – incompatibles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E5EE0E-428F-B45D-F2A2-86C2674D81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9045582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0579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709AB-C89F-B6D0-AE71-8B48E000D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Incompatibles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0F07B318-40C7-A368-FC51-ABC0D524BBC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46912626"/>
                  </p:ext>
                </p:extLst>
              </p:nvPr>
            </p:nvGraphicFramePr>
            <p:xfrm>
              <a:off x="677863" y="2160588"/>
              <a:ext cx="8596311" cy="35702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65437">
                      <a:extLst>
                        <a:ext uri="{9D8B030D-6E8A-4147-A177-3AD203B41FA5}">
                          <a16:colId xmlns:a16="http://schemas.microsoft.com/office/drawing/2014/main" val="1553303313"/>
                        </a:ext>
                      </a:extLst>
                    </a:gridCol>
                    <a:gridCol w="2865437">
                      <a:extLst>
                        <a:ext uri="{9D8B030D-6E8A-4147-A177-3AD203B41FA5}">
                          <a16:colId xmlns:a16="http://schemas.microsoft.com/office/drawing/2014/main" val="3153968953"/>
                        </a:ext>
                      </a:extLst>
                    </a:gridCol>
                    <a:gridCol w="2865437">
                      <a:extLst>
                        <a:ext uri="{9D8B030D-6E8A-4147-A177-3AD203B41FA5}">
                          <a16:colId xmlns:a16="http://schemas.microsoft.com/office/drawing/2014/main" val="1935984107"/>
                        </a:ext>
                      </a:extLst>
                    </a:gridCol>
                  </a:tblGrid>
                  <a:tr h="57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Example</a:t>
                          </a:r>
                        </a:p>
                      </a:txBody>
                      <a:tcPr marL="74751" marR="7475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Factored</a:t>
                          </a:r>
                        </a:p>
                      </a:txBody>
                      <a:tcPr marL="74751" marR="7475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General</a:t>
                          </a:r>
                        </a:p>
                      </a:txBody>
                      <a:tcPr marL="74751" marR="74751"/>
                    </a:tc>
                    <a:extLst>
                      <a:ext uri="{0D108BD9-81ED-4DB2-BD59-A6C34878D82A}">
                        <a16:rowId xmlns:a16="http://schemas.microsoft.com/office/drawing/2014/main" val="1698580295"/>
                      </a:ext>
                    </a:extLst>
                  </a:tr>
                  <a:tr h="57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8, 16</a:t>
                          </a:r>
                        </a:p>
                      </a:txBody>
                      <a:tcPr marL="74751" marR="74751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dirty="0"/>
                            <a:t> and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endParaRPr lang="en-US" sz="2000" dirty="0"/>
                        </a:p>
                      </a:txBody>
                      <a:tcPr marL="74751" marR="74751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dirty="0"/>
                            <a:t>  and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</m:oMath>
                          </a14:m>
                          <a:endParaRPr lang="en-US" sz="2000" dirty="0"/>
                        </a:p>
                      </a:txBody>
                      <a:tcPr marL="74751" marR="74751"/>
                    </a:tc>
                    <a:extLst>
                      <a:ext uri="{0D108BD9-81ED-4DB2-BD59-A6C34878D82A}">
                        <a16:rowId xmlns:a16="http://schemas.microsoft.com/office/drawing/2014/main" val="1875848145"/>
                      </a:ext>
                    </a:extLst>
                  </a:tr>
                  <a:tr h="57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6, 10, 15</a:t>
                          </a:r>
                        </a:p>
                      </a:txBody>
                      <a:tcPr marL="74751" marR="74751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2⋅3</m:t>
                              </m:r>
                            </m:oMath>
                          </a14:m>
                          <a:r>
                            <a:rPr lang="en-US" sz="2000" dirty="0"/>
                            <a:t>,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2⋅5</m:t>
                              </m:r>
                            </m:oMath>
                          </a14:m>
                          <a:r>
                            <a:rPr lang="en-US" sz="2000" dirty="0"/>
                            <a:t>,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3⋅5</m:t>
                              </m:r>
                            </m:oMath>
                          </a14:m>
                          <a:endParaRPr lang="en-US" sz="2000" dirty="0"/>
                        </a:p>
                      </a:txBody>
                      <a:tcPr marL="74751" marR="74751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oMath>
                          </a14:m>
                          <a:r>
                            <a:rPr lang="en-US" sz="2000" dirty="0"/>
                            <a:t>,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</m:oMath>
                          </a14:m>
                          <a:r>
                            <a:rPr lang="en-US" sz="2000" dirty="0"/>
                            <a:t>,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𝑏𝑐</m:t>
                              </m:r>
                            </m:oMath>
                          </a14:m>
                          <a:r>
                            <a:rPr lang="en-US" sz="2000" dirty="0"/>
                            <a:t>  (primes)</a:t>
                          </a:r>
                        </a:p>
                      </a:txBody>
                      <a:tcPr marL="74751" marR="74751"/>
                    </a:tc>
                    <a:extLst>
                      <a:ext uri="{0D108BD9-81ED-4DB2-BD59-A6C34878D82A}">
                        <a16:rowId xmlns:a16="http://schemas.microsoft.com/office/drawing/2014/main" val="1358490041"/>
                      </a:ext>
                    </a:extLst>
                  </a:tr>
                  <a:tr h="57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10, 14, 15, 21</a:t>
                          </a:r>
                        </a:p>
                      </a:txBody>
                      <a:tcPr marL="74751" marR="74751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2⋅5</m:t>
                              </m:r>
                            </m:oMath>
                          </a14:m>
                          <a:r>
                            <a:rPr lang="en-US" sz="2000" dirty="0"/>
                            <a:t>,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2⋅7</m:t>
                              </m:r>
                            </m:oMath>
                          </a14:m>
                          <a:r>
                            <a:rPr lang="en-US" sz="2000" dirty="0"/>
                            <a:t>,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3⋅5</m:t>
                              </m:r>
                            </m:oMath>
                          </a14:m>
                          <a:r>
                            <a:rPr lang="en-US" sz="2000" dirty="0"/>
                            <a:t>,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3⋅7</m:t>
                              </m:r>
                            </m:oMath>
                          </a14:m>
                          <a:endParaRPr lang="en-US" sz="2000" dirty="0"/>
                        </a:p>
                      </a:txBody>
                      <a:tcPr marL="74751" marR="74751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</m:oMath>
                          </a14:m>
                          <a:r>
                            <a:rPr lang="en-US" sz="2000" dirty="0"/>
                            <a:t>,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𝑎𝑑</m:t>
                              </m:r>
                            </m:oMath>
                          </a14:m>
                          <a:r>
                            <a:rPr lang="en-US" sz="2000" dirty="0"/>
                            <a:t>,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𝑏𝑐</m:t>
                              </m:r>
                            </m:oMath>
                          </a14:m>
                          <a:r>
                            <a:rPr lang="en-US" sz="2000" dirty="0"/>
                            <a:t>,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𝑏𝑑</m:t>
                              </m:r>
                            </m:oMath>
                          </a14:m>
                          <a:r>
                            <a:rPr lang="en-US" sz="2000" dirty="0"/>
                            <a:t>  (primes)</a:t>
                          </a:r>
                        </a:p>
                      </a:txBody>
                      <a:tcPr marL="74751" marR="74751"/>
                    </a:tc>
                    <a:extLst>
                      <a:ext uri="{0D108BD9-81ED-4DB2-BD59-A6C34878D82A}">
                        <a16:rowId xmlns:a16="http://schemas.microsoft.com/office/drawing/2014/main" val="2940150495"/>
                      </a:ext>
                    </a:extLst>
                  </a:tr>
                  <a:tr h="57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12, 24, 8</a:t>
                          </a:r>
                        </a:p>
                      </a:txBody>
                      <a:tcPr marL="74751" marR="74751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⋅3</m:t>
                              </m:r>
                            </m:oMath>
                          </a14:m>
                          <a:r>
                            <a:rPr lang="en-US" sz="2000" dirty="0"/>
                            <a:t>,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⋅3</m:t>
                              </m:r>
                            </m:oMath>
                          </a14:m>
                          <a:r>
                            <a:rPr lang="en-US" sz="2000" dirty="0"/>
                            <a:t>,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US" sz="2000" dirty="0"/>
                        </a:p>
                      </a:txBody>
                      <a:tcPr marL="74751" marR="74751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en-US" sz="2000" dirty="0"/>
                            <a:t>,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en-US" sz="2000" dirty="0"/>
                            <a:t>,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</m:oMath>
                          </a14:m>
                          <a:endParaRPr lang="en-US" sz="2000" dirty="0"/>
                        </a:p>
                      </a:txBody>
                      <a:tcPr marL="74751" marR="74751"/>
                    </a:tc>
                    <a:extLst>
                      <a:ext uri="{0D108BD9-81ED-4DB2-BD59-A6C34878D82A}">
                        <a16:rowId xmlns:a16="http://schemas.microsoft.com/office/drawing/2014/main" val="1815040009"/>
                      </a:ext>
                    </a:extLst>
                  </a:tr>
                  <a:tr h="57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12, 24, 16</a:t>
                          </a:r>
                        </a:p>
                      </a:txBody>
                      <a:tcPr marL="74751" marR="74751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⋅3</m:t>
                              </m:r>
                            </m:oMath>
                          </a14:m>
                          <a:r>
                            <a:rPr lang="en-US" sz="2000" dirty="0"/>
                            <a:t>,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⋅3</m:t>
                              </m:r>
                            </m:oMath>
                          </a14:m>
                          <a:r>
                            <a:rPr lang="en-US" sz="2000" dirty="0"/>
                            <a:t>,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endParaRPr lang="en-US" sz="2000" dirty="0"/>
                        </a:p>
                      </a:txBody>
                      <a:tcPr marL="74751" marR="74751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en-US" sz="2000" dirty="0"/>
                            <a:t>,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en-US" sz="2000" dirty="0"/>
                            <a:t>,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sup>
                              </m:sSup>
                            </m:oMath>
                          </a14:m>
                          <a:endParaRPr lang="en-US" sz="2000" dirty="0"/>
                        </a:p>
                      </a:txBody>
                      <a:tcPr marL="74751" marR="74751"/>
                    </a:tc>
                    <a:extLst>
                      <a:ext uri="{0D108BD9-81ED-4DB2-BD59-A6C34878D82A}">
                        <a16:rowId xmlns:a16="http://schemas.microsoft.com/office/drawing/2014/main" val="3878196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0F07B318-40C7-A368-FC51-ABC0D524BBC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46912626"/>
                  </p:ext>
                </p:extLst>
              </p:nvPr>
            </p:nvGraphicFramePr>
            <p:xfrm>
              <a:off x="838200" y="1825624"/>
              <a:ext cx="10515597" cy="34430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05199">
                      <a:extLst>
                        <a:ext uri="{9D8B030D-6E8A-4147-A177-3AD203B41FA5}">
                          <a16:colId xmlns:a16="http://schemas.microsoft.com/office/drawing/2014/main" val="1553303313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3153968953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1935984107"/>
                        </a:ext>
                      </a:extLst>
                    </a:gridCol>
                  </a:tblGrid>
                  <a:tr h="57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Example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Factored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General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8580295"/>
                      </a:ext>
                    </a:extLst>
                  </a:tr>
                  <a:tr h="57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8, 16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103158" r="-100521" b="-39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348" t="-103158" r="-696" b="-3989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5848145"/>
                      </a:ext>
                    </a:extLst>
                  </a:tr>
                  <a:tr h="57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6, 10, 15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205319" r="-100521" b="-3031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348" t="-205319" r="-696" b="-3031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8490041"/>
                      </a:ext>
                    </a:extLst>
                  </a:tr>
                  <a:tr h="57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10, 14, 15, 21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305319" r="-100521" b="-2031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348" t="-305319" r="-696" b="-2031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0150495"/>
                      </a:ext>
                    </a:extLst>
                  </a:tr>
                  <a:tr h="57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12, 24, 8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401053" r="-100521" b="-10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348" t="-401053" r="-696" b="-1010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5040009"/>
                      </a:ext>
                    </a:extLst>
                  </a:tr>
                  <a:tr h="57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12, 24, 16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506383" r="-100521" b="-2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348" t="-506383" r="-696" b="-2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81966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65977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52ED567-06B3-4107-9773-BBB6BD786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C4BE2-447A-53FD-56B6-462562DBC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53067"/>
            <a:ext cx="6155266" cy="4351866"/>
          </a:xfrm>
        </p:spPr>
        <p:txBody>
          <a:bodyPr anchor="ctr">
            <a:normAutofit/>
          </a:bodyPr>
          <a:lstStyle/>
          <a:p>
            <a:r>
              <a:rPr lang="en-US"/>
              <a:t>Getting started…</a:t>
            </a:r>
          </a:p>
          <a:p>
            <a:r>
              <a:rPr lang="en-US"/>
              <a:t>Top prime = 23</a:t>
            </a:r>
          </a:p>
          <a:p>
            <a:r>
              <a:rPr lang="en-US"/>
              <a:t>Wasted primes = 13, 17, 19</a:t>
            </a:r>
          </a:p>
          <a:p>
            <a:r>
              <a:rPr lang="en-US"/>
              <a:t>Available numbers = 21</a:t>
            </a:r>
          </a:p>
          <a:p>
            <a:r>
              <a:rPr lang="en-US"/>
              <a:t>Maximum choices = 10</a:t>
            </a:r>
          </a:p>
          <a:p>
            <a:r>
              <a:rPr lang="en-US"/>
              <a:t>Top choices = 24, 23, 22, 21, 20, 18, 16, 15, 14, 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551D8B-3775-4477-88B7-7B7C350D3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0"/>
            <a:ext cx="4657344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A901C3D-CFAE-460D-BD0E-7D22164D7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590212" y="0"/>
            <a:ext cx="1059921" cy="6858000"/>
          </a:xfrm>
          <a:prstGeom prst="line">
            <a:avLst/>
          </a:prstGeom>
          <a:ln w="9525">
            <a:solidFill>
              <a:srgbClr val="BFBFBF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37C0EA9-1437-4437-9D20-2BBDA1AA9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721600" y="3721395"/>
            <a:ext cx="4345560" cy="3136604"/>
          </a:xfrm>
          <a:prstGeom prst="line">
            <a:avLst/>
          </a:prstGeom>
          <a:ln w="9525">
            <a:solidFill>
              <a:srgbClr val="BFBFBF">
                <a:alpha val="69804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23">
            <a:extLst>
              <a:ext uri="{FF2B5EF4-FFF2-40B4-BE49-F238E27FC236}">
                <a16:creationId xmlns:a16="http://schemas.microsoft.com/office/drawing/2014/main" id="{BB934D2B-85E2-4375-94EE-B66C16BF7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9B445E02-D785-4565-B842-9567BBC09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2C153736-D102-4F57-9DE7-615AFC02B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BA407A52-66F4-4CDE-A726-FF79F3EC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8">
            <a:extLst>
              <a:ext uri="{FF2B5EF4-FFF2-40B4-BE49-F238E27FC236}">
                <a16:creationId xmlns:a16="http://schemas.microsoft.com/office/drawing/2014/main" id="{D28FFB34-4FC3-46F5-B900-D3B774FD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205F7B13-ACB5-46BE-8070-0431266B1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D52A0D23-45DD-4DF4-ADE6-A81F409BB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4DF6942-4BAB-0000-B36A-43FE6909264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7829658" y="1253067"/>
                <a:ext cx="3371742" cy="4351866"/>
              </a:xfrm>
            </p:spPr>
            <p:txBody>
              <a:bodyPr anchor="ctr">
                <a:normAutofit/>
              </a:bodyPr>
              <a:lstStyle/>
              <a:p>
                <a:r>
                  <a:rPr lang="en-US">
                    <a:solidFill>
                      <a:schemeClr val="bg1"/>
                    </a:solidFill>
                  </a:rPr>
                  <a:t>Solving 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=24</m:t>
                    </m:r>
                  </m:oMath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4DF6942-4BAB-0000-B36A-43FE690926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829658" y="1253067"/>
                <a:ext cx="3371742" cy="4351866"/>
              </a:xfrm>
              <a:blipFill>
                <a:blip r:embed="rId2"/>
                <a:stretch>
                  <a:fillRect l="-54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2172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C8B2D0-5123-3099-5290-AB1ECB2D8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C52ED567-06B3-4107-9773-BBB6BD786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D8196-E89E-C730-0DCA-3487B1953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53067"/>
            <a:ext cx="6155266" cy="4351866"/>
          </a:xfrm>
        </p:spPr>
        <p:txBody>
          <a:bodyPr anchor="ctr">
            <a:normAutofit/>
          </a:bodyPr>
          <a:lstStyle/>
          <a:p>
            <a:r>
              <a:rPr lang="en-US"/>
              <a:t>Top choices = 24, 23, 22, 21, 20, 18, 16, 15, 14, 12</a:t>
            </a:r>
          </a:p>
          <a:p>
            <a:r>
              <a:rPr lang="en-US"/>
              <a:t>Incompatible: 12, 16, 24, so replace 12 with 10</a:t>
            </a:r>
            <a:br>
              <a:rPr lang="en-US"/>
            </a:br>
            <a:endParaRPr lang="en-US"/>
          </a:p>
          <a:p>
            <a:r>
              <a:rPr lang="en-US"/>
              <a:t>Choices = 24, 23, 22, 21, 20, 18, 16, 15, 14, 10</a:t>
            </a:r>
          </a:p>
          <a:p>
            <a:r>
              <a:rPr lang="en-US"/>
              <a:t>Incompatible: 10, 14, 15, 21, so replace 10 with 9</a:t>
            </a:r>
          </a:p>
          <a:p>
            <a:endParaRPr lang="en-US"/>
          </a:p>
          <a:p>
            <a:r>
              <a:rPr lang="en-US"/>
              <a:t>Choices = 24, 23, 22, 21, 20, 18, 16, 15, 14, 9</a:t>
            </a:r>
          </a:p>
          <a:p>
            <a:r>
              <a:rPr lang="en-US"/>
              <a:t>Can it be done?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551D8B-3775-4477-88B7-7B7C350D3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0"/>
            <a:ext cx="4657344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901C3D-CFAE-460D-BD0E-7D22164D7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590212" y="0"/>
            <a:ext cx="1059921" cy="6858000"/>
          </a:xfrm>
          <a:prstGeom prst="line">
            <a:avLst/>
          </a:prstGeom>
          <a:ln w="9525">
            <a:solidFill>
              <a:srgbClr val="BFBFBF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7C0EA9-1437-4437-9D20-2BBDA1AA9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721600" y="3721395"/>
            <a:ext cx="4345560" cy="3136604"/>
          </a:xfrm>
          <a:prstGeom prst="line">
            <a:avLst/>
          </a:prstGeom>
          <a:ln w="9525">
            <a:solidFill>
              <a:srgbClr val="BFBFBF">
                <a:alpha val="69804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BB934D2B-85E2-4375-94EE-B66C16BF7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9B445E02-D785-4565-B842-9567BBC09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2C153736-D102-4F57-9DE7-615AFC02B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BA407A52-66F4-4CDE-A726-FF79F3EC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8">
            <a:extLst>
              <a:ext uri="{FF2B5EF4-FFF2-40B4-BE49-F238E27FC236}">
                <a16:creationId xmlns:a16="http://schemas.microsoft.com/office/drawing/2014/main" id="{D28FFB34-4FC3-46F5-B900-D3B774FD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205F7B13-ACB5-46BE-8070-0431266B1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D52A0D23-45DD-4DF4-ADE6-A81F409BB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C44456-B5AA-C073-D3BC-C0BFCFA78F5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7829658" y="1253067"/>
                <a:ext cx="3371742" cy="4351866"/>
              </a:xfrm>
            </p:spPr>
            <p:txBody>
              <a:bodyPr anchor="ctr">
                <a:normAutofit/>
              </a:bodyPr>
              <a:lstStyle/>
              <a:p>
                <a:r>
                  <a:rPr lang="en-US">
                    <a:solidFill>
                      <a:schemeClr val="bg1"/>
                    </a:solidFill>
                  </a:rPr>
                  <a:t>Solving 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=24</m:t>
                    </m:r>
                  </m:oMath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C44456-B5AA-C073-D3BC-C0BFCFA78F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829658" y="1253067"/>
                <a:ext cx="3371742" cy="4351866"/>
              </a:xfrm>
              <a:blipFill>
                <a:blip r:embed="rId2"/>
                <a:stretch>
                  <a:fillRect l="-54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1720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2ED567-06B3-4107-9773-BBB6BD786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D06AE-9EA1-4045-25D0-AC667E516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53067"/>
            <a:ext cx="6155266" cy="4351866"/>
          </a:xfrm>
        </p:spPr>
        <p:txBody>
          <a:bodyPr anchor="ctr">
            <a:normAutofit/>
          </a:bodyPr>
          <a:lstStyle/>
          <a:p>
            <a:r>
              <a:rPr lang="en-US" dirty="0"/>
              <a:t>Choices: 24,  23,  22,  21,  20,  18,  16,  15,  14,  9</a:t>
            </a:r>
          </a:p>
          <a:p>
            <a:r>
              <a:rPr lang="en-US" dirty="0"/>
              <a:t>Factors:  1,  2,  3,  4,  5,  6,  7,  8,  10,  12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551D8B-3775-4477-88B7-7B7C350D3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0"/>
            <a:ext cx="4657344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901C3D-CFAE-460D-BD0E-7D22164D7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590212" y="0"/>
            <a:ext cx="1059921" cy="6858000"/>
          </a:xfrm>
          <a:prstGeom prst="line">
            <a:avLst/>
          </a:prstGeom>
          <a:ln w="9525">
            <a:solidFill>
              <a:srgbClr val="BFBFBF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7C0EA9-1437-4437-9D20-2BBDA1AA9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721600" y="3721395"/>
            <a:ext cx="4345560" cy="3136604"/>
          </a:xfrm>
          <a:prstGeom prst="line">
            <a:avLst/>
          </a:prstGeom>
          <a:ln w="9525">
            <a:solidFill>
              <a:srgbClr val="BFBFBF">
                <a:alpha val="69804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BB934D2B-85E2-4375-94EE-B66C16BF7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9B445E02-D785-4565-B842-9567BBC09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2C153736-D102-4F57-9DE7-615AFC02B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BA407A52-66F4-4CDE-A726-FF79F3EC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8">
            <a:extLst>
              <a:ext uri="{FF2B5EF4-FFF2-40B4-BE49-F238E27FC236}">
                <a16:creationId xmlns:a16="http://schemas.microsoft.com/office/drawing/2014/main" id="{D28FFB34-4FC3-46F5-B900-D3B774FD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205F7B13-ACB5-46BE-8070-0431266B1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D52A0D23-45DD-4DF4-ADE6-A81F409BB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360339-DBCA-9315-302D-5C06B379F08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7829658" y="1253067"/>
                <a:ext cx="3371742" cy="4351866"/>
              </a:xfrm>
            </p:spPr>
            <p:txBody>
              <a:bodyPr anchor="ctr">
                <a:normAutofit/>
              </a:bodyPr>
              <a:lstStyle/>
              <a:p>
                <a:r>
                  <a:rPr lang="en-US">
                    <a:solidFill>
                      <a:schemeClr val="bg1"/>
                    </a:solidFill>
                  </a:rPr>
                  <a:t>Solving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=24</m:t>
                    </m:r>
                  </m:oMath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360339-DBCA-9315-302D-5C06B379F0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829658" y="1253067"/>
                <a:ext cx="3371742" cy="4351866"/>
              </a:xfrm>
              <a:blipFill>
                <a:blip r:embed="rId2"/>
                <a:stretch>
                  <a:fillRect l="-54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0686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B590E3-504A-7C5A-C411-E0C243B44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2ED567-06B3-4107-9773-BBB6BD786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2D658-840A-37B6-7056-51687ECE2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53067"/>
            <a:ext cx="6155266" cy="4351866"/>
          </a:xfrm>
        </p:spPr>
        <p:txBody>
          <a:bodyPr anchor="ctr">
            <a:normAutofit/>
          </a:bodyPr>
          <a:lstStyle/>
          <a:p>
            <a:r>
              <a:rPr lang="en-US" dirty="0"/>
              <a:t>Choices: </a:t>
            </a:r>
            <a:r>
              <a:rPr lang="en-US" dirty="0">
                <a:highlight>
                  <a:srgbClr val="00FF00"/>
                </a:highlight>
              </a:rPr>
              <a:t>24</a:t>
            </a:r>
            <a:r>
              <a:rPr lang="en-US" dirty="0"/>
              <a:t>,  23,  22,  21,  </a:t>
            </a:r>
            <a:r>
              <a:rPr lang="en-US" dirty="0">
                <a:highlight>
                  <a:srgbClr val="00FF00"/>
                </a:highlight>
              </a:rPr>
              <a:t>20</a:t>
            </a:r>
            <a:r>
              <a:rPr lang="en-US" dirty="0"/>
              <a:t>,  </a:t>
            </a:r>
            <a:r>
              <a:rPr lang="en-US" dirty="0">
                <a:highlight>
                  <a:srgbClr val="00FF00"/>
                </a:highlight>
              </a:rPr>
              <a:t>18</a:t>
            </a:r>
            <a:r>
              <a:rPr lang="en-US" dirty="0"/>
              <a:t>,  </a:t>
            </a:r>
            <a:r>
              <a:rPr lang="en-US" dirty="0">
                <a:highlight>
                  <a:srgbClr val="00FF00"/>
                </a:highlight>
              </a:rPr>
              <a:t>16</a:t>
            </a:r>
            <a:r>
              <a:rPr lang="en-US" dirty="0"/>
              <a:t>,  15,  14,  9</a:t>
            </a:r>
          </a:p>
          <a:p>
            <a:r>
              <a:rPr lang="en-US" dirty="0"/>
              <a:t>Factors:  1,  2,  3,  4,  5,  </a:t>
            </a:r>
            <a:r>
              <a:rPr lang="en-US" dirty="0">
                <a:highlight>
                  <a:srgbClr val="00FF00"/>
                </a:highlight>
              </a:rPr>
              <a:t>6</a:t>
            </a:r>
            <a:r>
              <a:rPr lang="en-US" dirty="0"/>
              <a:t>,  7,  </a:t>
            </a:r>
            <a:r>
              <a:rPr lang="en-US" dirty="0">
                <a:highlight>
                  <a:srgbClr val="00FF00"/>
                </a:highlight>
              </a:rPr>
              <a:t>8</a:t>
            </a:r>
            <a:r>
              <a:rPr lang="en-US" dirty="0"/>
              <a:t>,  </a:t>
            </a:r>
            <a:r>
              <a:rPr lang="en-US" dirty="0">
                <a:highlight>
                  <a:srgbClr val="00FF00"/>
                </a:highlight>
              </a:rPr>
              <a:t>10</a:t>
            </a:r>
            <a:r>
              <a:rPr lang="en-US" dirty="0"/>
              <a:t>,  </a:t>
            </a:r>
            <a:r>
              <a:rPr lang="en-US" dirty="0">
                <a:highlight>
                  <a:srgbClr val="00FF00"/>
                </a:highlight>
              </a:rPr>
              <a:t>12</a:t>
            </a:r>
            <a:br>
              <a:rPr lang="en-US" dirty="0"/>
            </a:br>
            <a:endParaRPr lang="en-US" dirty="0"/>
          </a:p>
          <a:p>
            <a:r>
              <a:rPr lang="en-US" dirty="0"/>
              <a:t>What we have to take:</a:t>
            </a:r>
          </a:p>
          <a:p>
            <a:pPr lvl="1"/>
            <a:r>
              <a:rPr lang="en-US" dirty="0"/>
              <a:t>23 (1)</a:t>
            </a:r>
          </a:p>
          <a:p>
            <a:pPr lvl="1"/>
            <a:r>
              <a:rPr lang="en-US" dirty="0"/>
              <a:t>9 (3) </a:t>
            </a:r>
            <a:r>
              <a:rPr lang="en-US" dirty="0">
                <a:sym typeface="Wingdings" panose="05000000000000000000" pitchFamily="2" charset="2"/>
              </a:rPr>
              <a:t>forces 15 (5) and 21 (7)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21 (7) forces 14 (2) forces 22 (11)</a:t>
            </a:r>
          </a:p>
          <a:p>
            <a:r>
              <a:rPr lang="en-US" dirty="0">
                <a:sym typeface="Wingdings" panose="05000000000000000000" pitchFamily="2" charset="2"/>
              </a:rPr>
              <a:t>What’s left?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24 (12) and 20 (10)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So 18 (6) and 16 (8)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Just make sure 18 (6) comes before 24!</a:t>
            </a:r>
          </a:p>
          <a:p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551D8B-3775-4477-88B7-7B7C350D3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0"/>
            <a:ext cx="4657344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901C3D-CFAE-460D-BD0E-7D22164D7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590212" y="0"/>
            <a:ext cx="1059921" cy="6858000"/>
          </a:xfrm>
          <a:prstGeom prst="line">
            <a:avLst/>
          </a:prstGeom>
          <a:ln w="9525">
            <a:solidFill>
              <a:srgbClr val="BFBFBF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7C0EA9-1437-4437-9D20-2BBDA1AA9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721600" y="3721395"/>
            <a:ext cx="4345560" cy="3136604"/>
          </a:xfrm>
          <a:prstGeom prst="line">
            <a:avLst/>
          </a:prstGeom>
          <a:ln w="9525">
            <a:solidFill>
              <a:srgbClr val="BFBFBF">
                <a:alpha val="69804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BB934D2B-85E2-4375-94EE-B66C16BF7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9B445E02-D785-4565-B842-9567BBC09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2C153736-D102-4F57-9DE7-615AFC02B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BA407A52-66F4-4CDE-A726-FF79F3EC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8">
            <a:extLst>
              <a:ext uri="{FF2B5EF4-FFF2-40B4-BE49-F238E27FC236}">
                <a16:creationId xmlns:a16="http://schemas.microsoft.com/office/drawing/2014/main" id="{D28FFB34-4FC3-46F5-B900-D3B774FD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205F7B13-ACB5-46BE-8070-0431266B1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D52A0D23-45DD-4DF4-ADE6-A81F409BB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F3F699A-CF39-BF50-60A4-6F2BDBDD712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7829658" y="1253067"/>
                <a:ext cx="3371742" cy="4351866"/>
              </a:xfrm>
            </p:spPr>
            <p:txBody>
              <a:bodyPr anchor="ctr">
                <a:norm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Solving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=24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F3F699A-CF39-BF50-60A4-6F2BDBDD71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829658" y="1253067"/>
                <a:ext cx="3371742" cy="4351866"/>
              </a:xfrm>
              <a:blipFill>
                <a:blip r:embed="rId2"/>
                <a:stretch>
                  <a:fillRect l="-54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6345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82DE0-B24E-08FA-1D24-F1A3E85C1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 fontScale="90000"/>
          </a:bodyPr>
          <a:lstStyle/>
          <a:p>
            <a:r>
              <a:rPr lang="en-US" sz="4000"/>
              <a:t>Statistics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F0E00686-CA50-65AD-B858-F7DD63642C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8674315"/>
              </p:ext>
            </p:extLst>
          </p:nvPr>
        </p:nvGraphicFramePr>
        <p:xfrm>
          <a:off x="1926771" y="1586865"/>
          <a:ext cx="8817429" cy="42805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00863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3F4BC-0078-F214-1CC3-A2F84460F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 fontScale="90000"/>
          </a:bodyPr>
          <a:lstStyle/>
          <a:p>
            <a:r>
              <a:rPr lang="en-US" sz="4000"/>
              <a:t>Statistics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DF104A6-37DD-1623-FBE5-EC7C99834C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25298"/>
              </p:ext>
            </p:extLst>
          </p:nvPr>
        </p:nvGraphicFramePr>
        <p:xfrm>
          <a:off x="3490802" y="729343"/>
          <a:ext cx="7558198" cy="5442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2933">
                  <a:extLst>
                    <a:ext uri="{9D8B030D-6E8A-4147-A177-3AD203B41FA5}">
                      <a16:colId xmlns:a16="http://schemas.microsoft.com/office/drawing/2014/main" val="520422490"/>
                    </a:ext>
                  </a:extLst>
                </a:gridCol>
                <a:gridCol w="1922605">
                  <a:extLst>
                    <a:ext uri="{9D8B030D-6E8A-4147-A177-3AD203B41FA5}">
                      <a16:colId xmlns:a16="http://schemas.microsoft.com/office/drawing/2014/main" val="3734753464"/>
                    </a:ext>
                  </a:extLst>
                </a:gridCol>
                <a:gridCol w="3332660">
                  <a:extLst>
                    <a:ext uri="{9D8B030D-6E8A-4147-A177-3AD203B41FA5}">
                      <a16:colId xmlns:a16="http://schemas.microsoft.com/office/drawing/2014/main" val="1300648297"/>
                    </a:ext>
                  </a:extLst>
                </a:gridCol>
              </a:tblGrid>
              <a:tr h="340178"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n</a:t>
                      </a:r>
                    </a:p>
                  </a:txBody>
                  <a:tcPr marL="65276" marR="65276" marT="32638" marB="326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Best Score</a:t>
                      </a:r>
                    </a:p>
                  </a:txBody>
                  <a:tcPr marL="65276" marR="65276" marT="32638" marB="326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% of all</a:t>
                      </a:r>
                      <a:endParaRPr lang="en-US" sz="1300" dirty="0"/>
                    </a:p>
                  </a:txBody>
                  <a:tcPr marL="65276" marR="65276" marT="32638" marB="32638"/>
                </a:tc>
                <a:extLst>
                  <a:ext uri="{0D108BD9-81ED-4DB2-BD59-A6C34878D82A}">
                    <a16:rowId xmlns:a16="http://schemas.microsoft.com/office/drawing/2014/main" val="1279366443"/>
                  </a:ext>
                </a:extLst>
              </a:tr>
              <a:tr h="340178"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12</a:t>
                      </a:r>
                    </a:p>
                  </a:txBody>
                  <a:tcPr marL="65276" marR="65276" marT="32638" marB="326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50</a:t>
                      </a:r>
                      <a:endParaRPr lang="en-US" sz="1300" dirty="0"/>
                    </a:p>
                  </a:txBody>
                  <a:tcPr marL="65276" marR="65276" marT="32638" marB="326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64.1%</a:t>
                      </a:r>
                    </a:p>
                  </a:txBody>
                  <a:tcPr marL="65276" marR="65276" marT="32638" marB="32638"/>
                </a:tc>
                <a:extLst>
                  <a:ext uri="{0D108BD9-81ED-4DB2-BD59-A6C34878D82A}">
                    <a16:rowId xmlns:a16="http://schemas.microsoft.com/office/drawing/2014/main" val="3007218015"/>
                  </a:ext>
                </a:extLst>
              </a:tr>
              <a:tr h="340178"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16</a:t>
                      </a:r>
                    </a:p>
                  </a:txBody>
                  <a:tcPr marL="65276" marR="65276" marT="32638" marB="326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89</a:t>
                      </a:r>
                      <a:endParaRPr lang="en-US" sz="1300" dirty="0"/>
                    </a:p>
                  </a:txBody>
                  <a:tcPr marL="65276" marR="65276" marT="32638" marB="326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65.4%</a:t>
                      </a:r>
                    </a:p>
                  </a:txBody>
                  <a:tcPr marL="65276" marR="65276" marT="32638" marB="32638"/>
                </a:tc>
                <a:extLst>
                  <a:ext uri="{0D108BD9-81ED-4DB2-BD59-A6C34878D82A}">
                    <a16:rowId xmlns:a16="http://schemas.microsoft.com/office/drawing/2014/main" val="748461344"/>
                  </a:ext>
                </a:extLst>
              </a:tr>
              <a:tr h="340178"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24</a:t>
                      </a:r>
                    </a:p>
                  </a:txBody>
                  <a:tcPr marL="65276" marR="65276" marT="32638" marB="326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182</a:t>
                      </a:r>
                      <a:endParaRPr lang="en-US" sz="1300" dirty="0"/>
                    </a:p>
                  </a:txBody>
                  <a:tcPr marL="65276" marR="65276" marT="32638" marB="326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60.7%</a:t>
                      </a:r>
                    </a:p>
                  </a:txBody>
                  <a:tcPr marL="65276" marR="65276" marT="32638" marB="32638"/>
                </a:tc>
                <a:extLst>
                  <a:ext uri="{0D108BD9-81ED-4DB2-BD59-A6C34878D82A}">
                    <a16:rowId xmlns:a16="http://schemas.microsoft.com/office/drawing/2014/main" val="190920071"/>
                  </a:ext>
                </a:extLst>
              </a:tr>
              <a:tr h="340178"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32</a:t>
                      </a:r>
                    </a:p>
                  </a:txBody>
                  <a:tcPr marL="65276" marR="65276" marT="32638" marB="326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319</a:t>
                      </a:r>
                      <a:endParaRPr lang="en-US" sz="1300" dirty="0"/>
                    </a:p>
                  </a:txBody>
                  <a:tcPr marL="65276" marR="65276" marT="32638" marB="326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60.4%</a:t>
                      </a:r>
                    </a:p>
                  </a:txBody>
                  <a:tcPr marL="65276" marR="65276" marT="32638" marB="32638"/>
                </a:tc>
                <a:extLst>
                  <a:ext uri="{0D108BD9-81ED-4DB2-BD59-A6C34878D82A}">
                    <a16:rowId xmlns:a16="http://schemas.microsoft.com/office/drawing/2014/main" val="4229472030"/>
                  </a:ext>
                </a:extLst>
              </a:tr>
              <a:tr h="340178"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36</a:t>
                      </a:r>
                    </a:p>
                  </a:txBody>
                  <a:tcPr marL="65276" marR="65276" marT="32638" marB="326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442</a:t>
                      </a:r>
                      <a:endParaRPr lang="en-US" sz="1300" dirty="0"/>
                    </a:p>
                  </a:txBody>
                  <a:tcPr marL="65276" marR="65276" marT="32638" marB="326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66.4%</a:t>
                      </a:r>
                      <a:endParaRPr lang="en-US" sz="1300" dirty="0"/>
                    </a:p>
                  </a:txBody>
                  <a:tcPr marL="65276" marR="65276" marT="32638" marB="32638"/>
                </a:tc>
                <a:extLst>
                  <a:ext uri="{0D108BD9-81ED-4DB2-BD59-A6C34878D82A}">
                    <a16:rowId xmlns:a16="http://schemas.microsoft.com/office/drawing/2014/main" val="1935414713"/>
                  </a:ext>
                </a:extLst>
              </a:tr>
              <a:tr h="340178"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40</a:t>
                      </a:r>
                      <a:endParaRPr lang="en-US" sz="1300" dirty="0"/>
                    </a:p>
                  </a:txBody>
                  <a:tcPr marL="65276" marR="65276" marT="32638" marB="326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525</a:t>
                      </a:r>
                      <a:endParaRPr lang="en-US" sz="1300" dirty="0"/>
                    </a:p>
                  </a:txBody>
                  <a:tcPr marL="65276" marR="65276" marT="32638" marB="326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64.0%</a:t>
                      </a:r>
                      <a:endParaRPr lang="en-US" sz="1300" dirty="0"/>
                    </a:p>
                  </a:txBody>
                  <a:tcPr marL="65276" marR="65276" marT="32638" marB="32638"/>
                </a:tc>
                <a:extLst>
                  <a:ext uri="{0D108BD9-81ED-4DB2-BD59-A6C34878D82A}">
                    <a16:rowId xmlns:a16="http://schemas.microsoft.com/office/drawing/2014/main" val="425141586"/>
                  </a:ext>
                </a:extLst>
              </a:tr>
              <a:tr h="340178"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48</a:t>
                      </a:r>
                      <a:endParaRPr lang="en-US" sz="1300" dirty="0"/>
                    </a:p>
                  </a:txBody>
                  <a:tcPr marL="65276" marR="65276" marT="32638" marB="326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734</a:t>
                      </a:r>
                    </a:p>
                  </a:txBody>
                  <a:tcPr marL="65276" marR="65276" marT="32638" marB="326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62.4%</a:t>
                      </a:r>
                    </a:p>
                  </a:txBody>
                  <a:tcPr marL="65276" marR="65276" marT="32638" marB="32638"/>
                </a:tc>
                <a:extLst>
                  <a:ext uri="{0D108BD9-81ED-4DB2-BD59-A6C34878D82A}">
                    <a16:rowId xmlns:a16="http://schemas.microsoft.com/office/drawing/2014/main" val="123860692"/>
                  </a:ext>
                </a:extLst>
              </a:tr>
              <a:tr h="340178"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50</a:t>
                      </a:r>
                      <a:endParaRPr lang="en-US" sz="1300" dirty="0"/>
                    </a:p>
                  </a:txBody>
                  <a:tcPr marL="65276" marR="65276" marT="32638" marB="326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808</a:t>
                      </a:r>
                    </a:p>
                  </a:txBody>
                  <a:tcPr marL="65276" marR="65276" marT="32638" marB="326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63.4%</a:t>
                      </a:r>
                    </a:p>
                  </a:txBody>
                  <a:tcPr marL="65276" marR="65276" marT="32638" marB="32638"/>
                </a:tc>
                <a:extLst>
                  <a:ext uri="{0D108BD9-81ED-4DB2-BD59-A6C34878D82A}">
                    <a16:rowId xmlns:a16="http://schemas.microsoft.com/office/drawing/2014/main" val="2912942869"/>
                  </a:ext>
                </a:extLst>
              </a:tr>
              <a:tr h="340178"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54</a:t>
                      </a:r>
                      <a:endParaRPr lang="en-US" sz="1300" dirty="0"/>
                    </a:p>
                  </a:txBody>
                  <a:tcPr marL="65276" marR="65276" marT="32638" marB="326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935</a:t>
                      </a:r>
                      <a:endParaRPr lang="en-US" sz="1300" dirty="0"/>
                    </a:p>
                  </a:txBody>
                  <a:tcPr marL="65276" marR="65276" marT="32638" marB="326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63.0%</a:t>
                      </a:r>
                      <a:endParaRPr lang="en-US" sz="1300" dirty="0"/>
                    </a:p>
                  </a:txBody>
                  <a:tcPr marL="65276" marR="65276" marT="32638" marB="32638"/>
                </a:tc>
                <a:extLst>
                  <a:ext uri="{0D108BD9-81ED-4DB2-BD59-A6C34878D82A}">
                    <a16:rowId xmlns:a16="http://schemas.microsoft.com/office/drawing/2014/main" val="1459245606"/>
                  </a:ext>
                </a:extLst>
              </a:tr>
              <a:tr h="340178"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60</a:t>
                      </a:r>
                      <a:endParaRPr lang="en-US" sz="1300" dirty="0"/>
                    </a:p>
                  </a:txBody>
                  <a:tcPr marL="65276" marR="65276" marT="32638" marB="326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1,137</a:t>
                      </a:r>
                      <a:endParaRPr lang="en-US" sz="1300" dirty="0"/>
                    </a:p>
                  </a:txBody>
                  <a:tcPr marL="65276" marR="65276" marT="32638" marB="326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63.7%</a:t>
                      </a:r>
                      <a:endParaRPr lang="en-US" sz="1300" dirty="0"/>
                    </a:p>
                  </a:txBody>
                  <a:tcPr marL="65276" marR="65276" marT="32638" marB="32638"/>
                </a:tc>
                <a:extLst>
                  <a:ext uri="{0D108BD9-81ED-4DB2-BD59-A6C34878D82A}">
                    <a16:rowId xmlns:a16="http://schemas.microsoft.com/office/drawing/2014/main" val="361989323"/>
                  </a:ext>
                </a:extLst>
              </a:tr>
              <a:tr h="340178"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70</a:t>
                      </a:r>
                      <a:endParaRPr lang="en-US" sz="1300" dirty="0"/>
                    </a:p>
                  </a:txBody>
                  <a:tcPr marL="65276" marR="65276" marT="32638" marB="326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1,566</a:t>
                      </a:r>
                      <a:endParaRPr lang="en-US" sz="1300" dirty="0"/>
                    </a:p>
                  </a:txBody>
                  <a:tcPr marL="65276" marR="65276" marT="32638" marB="326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63.0%</a:t>
                      </a:r>
                      <a:endParaRPr lang="en-US" sz="1300" dirty="0"/>
                    </a:p>
                  </a:txBody>
                  <a:tcPr marL="65276" marR="65276" marT="32638" marB="32638"/>
                </a:tc>
                <a:extLst>
                  <a:ext uri="{0D108BD9-81ED-4DB2-BD59-A6C34878D82A}">
                    <a16:rowId xmlns:a16="http://schemas.microsoft.com/office/drawing/2014/main" val="3634417601"/>
                  </a:ext>
                </a:extLst>
              </a:tr>
              <a:tr h="340178"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80</a:t>
                      </a:r>
                      <a:endParaRPr lang="en-US" sz="1300" dirty="0"/>
                    </a:p>
                  </a:txBody>
                  <a:tcPr marL="65276" marR="65276" marT="32638" marB="326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2,041</a:t>
                      </a:r>
                      <a:endParaRPr lang="en-US" sz="1300" dirty="0"/>
                    </a:p>
                  </a:txBody>
                  <a:tcPr marL="65276" marR="65276" marT="32638" marB="326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63.0%</a:t>
                      </a:r>
                      <a:endParaRPr lang="en-US" sz="1300" dirty="0"/>
                    </a:p>
                  </a:txBody>
                  <a:tcPr marL="65276" marR="65276" marT="32638" marB="32638"/>
                </a:tc>
                <a:extLst>
                  <a:ext uri="{0D108BD9-81ED-4DB2-BD59-A6C34878D82A}">
                    <a16:rowId xmlns:a16="http://schemas.microsoft.com/office/drawing/2014/main" val="1404696193"/>
                  </a:ext>
                </a:extLst>
              </a:tr>
              <a:tr h="340178"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90</a:t>
                      </a:r>
                      <a:endParaRPr lang="en-US" sz="1300" dirty="0"/>
                    </a:p>
                  </a:txBody>
                  <a:tcPr marL="65276" marR="65276" marT="32638" marB="326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2,552</a:t>
                      </a:r>
                      <a:endParaRPr lang="en-US" sz="1300" dirty="0"/>
                    </a:p>
                  </a:txBody>
                  <a:tcPr marL="65276" marR="65276" marT="32638" marB="326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62.3%</a:t>
                      </a:r>
                      <a:endParaRPr lang="en-US" sz="1300" dirty="0"/>
                    </a:p>
                  </a:txBody>
                  <a:tcPr marL="65276" marR="65276" marT="32638" marB="32638"/>
                </a:tc>
                <a:extLst>
                  <a:ext uri="{0D108BD9-81ED-4DB2-BD59-A6C34878D82A}">
                    <a16:rowId xmlns:a16="http://schemas.microsoft.com/office/drawing/2014/main" val="2988250224"/>
                  </a:ext>
                </a:extLst>
              </a:tr>
              <a:tr h="340178"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Mean (~12-90)</a:t>
                      </a:r>
                      <a:endParaRPr lang="en-US" sz="1300" dirty="0"/>
                    </a:p>
                  </a:txBody>
                  <a:tcPr marL="65276" marR="65276" marT="32638" marB="32638"/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276" marR="65276" marT="32638" marB="326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63.2%</a:t>
                      </a:r>
                      <a:endParaRPr lang="en-US" sz="1300" dirty="0"/>
                    </a:p>
                  </a:txBody>
                  <a:tcPr marL="65276" marR="65276" marT="32638" marB="32638"/>
                </a:tc>
                <a:extLst>
                  <a:ext uri="{0D108BD9-81ED-4DB2-BD59-A6C34878D82A}">
                    <a16:rowId xmlns:a16="http://schemas.microsoft.com/office/drawing/2014/main" val="1278303858"/>
                  </a:ext>
                </a:extLst>
              </a:tr>
              <a:tr h="340178"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Std dev (~12-90)</a:t>
                      </a:r>
                      <a:endParaRPr lang="en-US" sz="1300" dirty="0"/>
                    </a:p>
                  </a:txBody>
                  <a:tcPr marL="65276" marR="65276" marT="32638" marB="32638"/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marL="65276" marR="65276" marT="32638" marB="326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2.16%</a:t>
                      </a:r>
                      <a:endParaRPr lang="en-US" sz="1300" dirty="0"/>
                    </a:p>
                  </a:txBody>
                  <a:tcPr marL="65276" marR="65276" marT="32638" marB="32638"/>
                </a:tc>
                <a:extLst>
                  <a:ext uri="{0D108BD9-81ED-4DB2-BD59-A6C34878D82A}">
                    <a16:rowId xmlns:a16="http://schemas.microsoft.com/office/drawing/2014/main" val="1575955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1431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2ED567-06B3-4107-9773-BBB6BD786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3B5327-630F-29BF-1051-41D3BEDE6A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253067"/>
                <a:ext cx="6155266" cy="4351866"/>
              </a:xfrm>
            </p:spPr>
            <p:txBody>
              <a:bodyPr anchor="ctr">
                <a:norm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Top half: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Theory: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÷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=75%</m:t>
                    </m:r>
                  </m:oMath>
                </a14:m>
                <a:r>
                  <a:rPr lang="en-US" dirty="0"/>
                  <a:t> of the sum of all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3B5327-630F-29BF-1051-41D3BEDE6A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253067"/>
                <a:ext cx="6155266" cy="4351866"/>
              </a:xfrm>
              <a:blipFill>
                <a:blip r:embed="rId2"/>
                <a:stretch>
                  <a:fillRect l="-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AF551D8B-3775-4477-88B7-7B7C350D3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0"/>
            <a:ext cx="4657344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901C3D-CFAE-460D-BD0E-7D22164D7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590212" y="0"/>
            <a:ext cx="1059921" cy="6858000"/>
          </a:xfrm>
          <a:prstGeom prst="line">
            <a:avLst/>
          </a:prstGeom>
          <a:ln w="9525">
            <a:solidFill>
              <a:srgbClr val="BFBFBF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7C0EA9-1437-4437-9D20-2BBDA1AA9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721600" y="3721395"/>
            <a:ext cx="4345560" cy="3136604"/>
          </a:xfrm>
          <a:prstGeom prst="line">
            <a:avLst/>
          </a:prstGeom>
          <a:ln w="9525">
            <a:solidFill>
              <a:srgbClr val="BFBFBF">
                <a:alpha val="69804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BB934D2B-85E2-4375-94EE-B66C16BF7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9B445E02-D785-4565-B842-9567BBC09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2C153736-D102-4F57-9DE7-615AFC02B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BA407A52-66F4-4CDE-A726-FF79F3EC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8">
            <a:extLst>
              <a:ext uri="{FF2B5EF4-FFF2-40B4-BE49-F238E27FC236}">
                <a16:creationId xmlns:a16="http://schemas.microsoft.com/office/drawing/2014/main" id="{D28FFB34-4FC3-46F5-B900-D3B774FD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205F7B13-ACB5-46BE-8070-0431266B1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D52A0D23-45DD-4DF4-ADE6-A81F409BB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E074A7-BD5D-7C03-6B67-875AEF94A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9658" y="1253067"/>
            <a:ext cx="3371742" cy="4351866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Theoretically…</a:t>
            </a:r>
          </a:p>
        </p:txBody>
      </p:sp>
    </p:spTree>
    <p:extLst>
      <p:ext uri="{BB962C8B-B14F-4D97-AF65-F5344CB8AC3E}">
        <p14:creationId xmlns:p14="http://schemas.microsoft.com/office/powerpoint/2010/main" val="199053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DE2B-8053-BD4B-C3C0-B921C536F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 fontScale="90000"/>
          </a:bodyPr>
          <a:lstStyle/>
          <a:p>
            <a:r>
              <a:rPr lang="en-US" sz="4000"/>
              <a:t>% of possible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C429B74-560D-49A0-8FA9-24960CBD15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9511272"/>
              </p:ext>
            </p:extLst>
          </p:nvPr>
        </p:nvGraphicFramePr>
        <p:xfrm>
          <a:off x="1664968" y="1558832"/>
          <a:ext cx="9384032" cy="44718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988439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7C88E-0247-0C1B-B1F9-595EFE8AF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challenges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980415C-C496-89AE-35A2-F72E2456F4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2960577"/>
                  </p:ext>
                </p:extLst>
              </p:nvPr>
            </p:nvGraphicFramePr>
            <p:xfrm>
              <a:off x="1465942" y="1690688"/>
              <a:ext cx="8128000" cy="4079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1439036563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235615813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232171364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5320699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Top score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Process 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Top numbers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62425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 of 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67305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182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 of 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24393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0.0313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19 of 21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9033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1137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45.375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21 of 27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08617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1296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89.047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24 of 29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0795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1642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25.719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27 of 32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69932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2041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0.141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33 of 35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0999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2263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0.125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34 of 37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84838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2496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9159.578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34 of 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69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34 of 45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527976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980415C-C496-89AE-35A2-F72E2456F4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2960577"/>
                  </p:ext>
                </p:extLst>
              </p:nvPr>
            </p:nvGraphicFramePr>
            <p:xfrm>
              <a:off x="1465942" y="1690688"/>
              <a:ext cx="8128000" cy="4079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1439036563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235615813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232171364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5320699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9" t="-9836" r="-300599" b="-10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Top score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Process 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Top numbers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62425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 of 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67305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182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 of 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24393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0.0313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19 of 21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9033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1137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45.375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21 of 27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08617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1296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89.047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24 of 29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0795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1642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25.719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27 of 32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69932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2041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0.141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33 of 35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0999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2263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0.125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34 of 37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84838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2496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9159.578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34 of 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69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34 of 45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527976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1057334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165</TotalTime>
  <Words>926</Words>
  <Application>Microsoft Office PowerPoint</Application>
  <PresentationFormat>Widescreen</PresentationFormat>
  <Paragraphs>216</Paragraphs>
  <Slides>21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Cambria Math</vt:lpstr>
      <vt:lpstr>Trebuchet MS</vt:lpstr>
      <vt:lpstr>Wingdings</vt:lpstr>
      <vt:lpstr>Wingdings 3</vt:lpstr>
      <vt:lpstr>Facet</vt:lpstr>
      <vt:lpstr>The Tax Collector Problem</vt:lpstr>
      <vt:lpstr>History of the problem  Original Puzzle</vt:lpstr>
      <vt:lpstr>Problem statement</vt:lpstr>
      <vt:lpstr>Try it out, n=12</vt:lpstr>
      <vt:lpstr>Observations…</vt:lpstr>
      <vt:lpstr>Observations – the first choice</vt:lpstr>
      <vt:lpstr>Observations – how many choices</vt:lpstr>
      <vt:lpstr>Observations – classes of numbers</vt:lpstr>
      <vt:lpstr>Classes of numbers – after taking 11</vt:lpstr>
      <vt:lpstr>Classes of numbers – after taking 11, 9</vt:lpstr>
      <vt:lpstr>Observations – incompatibles</vt:lpstr>
      <vt:lpstr>Incompatibles</vt:lpstr>
      <vt:lpstr>Solving  n=24</vt:lpstr>
      <vt:lpstr>Solving  n=24</vt:lpstr>
      <vt:lpstr>Solving n=24</vt:lpstr>
      <vt:lpstr>Solving n=24</vt:lpstr>
      <vt:lpstr>Statistics</vt:lpstr>
      <vt:lpstr>Statistics</vt:lpstr>
      <vt:lpstr>Theoretically…</vt:lpstr>
      <vt:lpstr>% of possible</vt:lpstr>
      <vt:lpstr>Programming 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Ward</dc:creator>
  <cp:lastModifiedBy>John Ward</cp:lastModifiedBy>
  <cp:revision>1</cp:revision>
  <dcterms:created xsi:type="dcterms:W3CDTF">2025-12-09T05:38:40Z</dcterms:created>
  <dcterms:modified xsi:type="dcterms:W3CDTF">2025-12-30T18:26:06Z</dcterms:modified>
</cp:coreProperties>
</file>