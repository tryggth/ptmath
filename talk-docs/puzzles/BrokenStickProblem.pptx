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82" r:id="rId4"/>
    <p:sldId id="263" r:id="rId5"/>
    <p:sldId id="264" r:id="rId6"/>
    <p:sldId id="266" r:id="rId7"/>
    <p:sldId id="280" r:id="rId8"/>
    <p:sldId id="267" r:id="rId9"/>
    <p:sldId id="258" r:id="rId10"/>
    <p:sldId id="268" r:id="rId11"/>
    <p:sldId id="269" r:id="rId12"/>
    <p:sldId id="270" r:id="rId13"/>
    <p:sldId id="260" r:id="rId14"/>
    <p:sldId id="271" r:id="rId15"/>
    <p:sldId id="272" r:id="rId16"/>
    <p:sldId id="273" r:id="rId17"/>
    <p:sldId id="274" r:id="rId18"/>
    <p:sldId id="275" r:id="rId19"/>
    <p:sldId id="259" r:id="rId20"/>
    <p:sldId id="261" r:id="rId21"/>
    <p:sldId id="276" r:id="rId22"/>
    <p:sldId id="283" r:id="rId23"/>
    <p:sldId id="281" r:id="rId24"/>
    <p:sldId id="28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422187-FDF0-4063-8C79-2540E4FABFA8}" v="2533" dt="2026-01-27T16:46:38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>
      <p:cViewPr varScale="1">
        <p:scale>
          <a:sx n="63" d="100"/>
          <a:sy n="63" d="100"/>
        </p:scale>
        <p:origin x="5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rd" userId="4598b928247da06e" providerId="LiveId" clId="{2022529A-8ADA-4F8D-B35E-18DEE32D8C10}"/>
    <pc:docChg chg="undo custSel addSld delSld modSld sldOrd modMainMaster">
      <pc:chgData name="John Ward" userId="4598b928247da06e" providerId="LiveId" clId="{2022529A-8ADA-4F8D-B35E-18DEE32D8C10}" dt="2026-01-27T16:46:38.041" v="5073" actId="20577"/>
      <pc:docMkLst>
        <pc:docMk/>
      </pc:docMkLst>
      <pc:sldChg chg="addSp delSp modSp mod setBg addAnim delAnim setClrOvrMap">
        <pc:chgData name="John Ward" userId="4598b928247da06e" providerId="LiveId" clId="{2022529A-8ADA-4F8D-B35E-18DEE32D8C10}" dt="2026-01-18T20:12:07.528" v="4861" actId="26606"/>
        <pc:sldMkLst>
          <pc:docMk/>
          <pc:sldMk cId="1560535688" sldId="256"/>
        </pc:sldMkLst>
        <pc:spChg chg="mod">
          <ac:chgData name="John Ward" userId="4598b928247da06e" providerId="LiveId" clId="{2022529A-8ADA-4F8D-B35E-18DEE32D8C10}" dt="2026-01-18T20:12:07.528" v="4861" actId="26606"/>
          <ac:spMkLst>
            <pc:docMk/>
            <pc:sldMk cId="1560535688" sldId="256"/>
            <ac:spMk id="2" creationId="{17A18453-66C8-5385-950C-777A67F5C05F}"/>
          </ac:spMkLst>
        </pc:spChg>
        <pc:spChg chg="mod">
          <ac:chgData name="John Ward" userId="4598b928247da06e" providerId="LiveId" clId="{2022529A-8ADA-4F8D-B35E-18DEE32D8C10}" dt="2026-01-18T20:12:07.528" v="4861" actId="26606"/>
          <ac:spMkLst>
            <pc:docMk/>
            <pc:sldMk cId="1560535688" sldId="256"/>
            <ac:spMk id="3" creationId="{D6F886E9-6323-A80F-FFD0-9FAFF213B74B}"/>
          </ac:spMkLst>
        </pc:spChg>
      </pc:sldChg>
      <pc:sldChg chg="modSp mod ord modAnim">
        <pc:chgData name="John Ward" userId="4598b928247da06e" providerId="LiveId" clId="{2022529A-8ADA-4F8D-B35E-18DEE32D8C10}" dt="2026-01-23T20:15:31.276" v="4939" actId="6549"/>
        <pc:sldMkLst>
          <pc:docMk/>
          <pc:sldMk cId="3288054390" sldId="257"/>
        </pc:sldMkLst>
        <pc:spChg chg="mod">
          <ac:chgData name="John Ward" userId="4598b928247da06e" providerId="LiveId" clId="{2022529A-8ADA-4F8D-B35E-18DEE32D8C10}" dt="2026-01-12T01:04:21.025" v="313"/>
          <ac:spMkLst>
            <pc:docMk/>
            <pc:sldMk cId="3288054390" sldId="257"/>
            <ac:spMk id="2" creationId="{2D55E2DF-8AFF-5B23-385E-235E88C38842}"/>
          </ac:spMkLst>
        </pc:spChg>
        <pc:spChg chg="mod">
          <ac:chgData name="John Ward" userId="4598b928247da06e" providerId="LiveId" clId="{2022529A-8ADA-4F8D-B35E-18DEE32D8C10}" dt="2026-01-23T20:15:31.276" v="4939" actId="6549"/>
          <ac:spMkLst>
            <pc:docMk/>
            <pc:sldMk cId="3288054390" sldId="257"/>
            <ac:spMk id="3" creationId="{F816276B-8BB5-8665-2FA8-74ED0052CFC8}"/>
          </ac:spMkLst>
        </pc:spChg>
      </pc:sldChg>
      <pc:sldChg chg="addSp delSp modSp mod modClrScheme chgLayout">
        <pc:chgData name="John Ward" userId="4598b928247da06e" providerId="LiveId" clId="{2022529A-8ADA-4F8D-B35E-18DEE32D8C10}" dt="2026-01-12T21:47:30.785" v="3496" actId="20577"/>
        <pc:sldMkLst>
          <pc:docMk/>
          <pc:sldMk cId="495078192" sldId="258"/>
        </pc:sldMkLst>
        <pc:spChg chg="mod ord">
          <ac:chgData name="John Ward" userId="4598b928247da06e" providerId="LiveId" clId="{2022529A-8ADA-4F8D-B35E-18DEE32D8C10}" dt="2026-01-12T21:47:30.785" v="3496" actId="20577"/>
          <ac:spMkLst>
            <pc:docMk/>
            <pc:sldMk cId="495078192" sldId="258"/>
            <ac:spMk id="2" creationId="{3CFA6665-119B-99BB-D25E-91820BF83880}"/>
          </ac:spMkLst>
        </pc:spChg>
        <pc:picChg chg="add mod modCrop">
          <ac:chgData name="John Ward" userId="4598b928247da06e" providerId="LiveId" clId="{2022529A-8ADA-4F8D-B35E-18DEE32D8C10}" dt="2026-01-12T21:47:14.573" v="3483" actId="14100"/>
          <ac:picMkLst>
            <pc:docMk/>
            <pc:sldMk cId="495078192" sldId="258"/>
            <ac:picMk id="7" creationId="{617F1CE4-3549-414D-0075-6EE0CB3FD8BE}"/>
          </ac:picMkLst>
        </pc:picChg>
      </pc:sldChg>
      <pc:sldChg chg="modSp mod modAnim modShow">
        <pc:chgData name="John Ward" userId="4598b928247da06e" providerId="LiveId" clId="{2022529A-8ADA-4F8D-B35E-18DEE32D8C10}" dt="2026-01-16T19:10:05.971" v="4858" actId="729"/>
        <pc:sldMkLst>
          <pc:docMk/>
          <pc:sldMk cId="2092862255" sldId="259"/>
        </pc:sldMkLst>
        <pc:spChg chg="mod">
          <ac:chgData name="John Ward" userId="4598b928247da06e" providerId="LiveId" clId="{2022529A-8ADA-4F8D-B35E-18DEE32D8C10}" dt="2026-01-12T01:04:21.025" v="313"/>
          <ac:spMkLst>
            <pc:docMk/>
            <pc:sldMk cId="2092862255" sldId="259"/>
            <ac:spMk id="2" creationId="{88D892DA-860D-8909-E22E-A34ECC1969C9}"/>
          </ac:spMkLst>
        </pc:spChg>
        <pc:spChg chg="mod">
          <ac:chgData name="John Ward" userId="4598b928247da06e" providerId="LiveId" clId="{2022529A-8ADA-4F8D-B35E-18DEE32D8C10}" dt="2026-01-12T02:58:41.712" v="1836" actId="20577"/>
          <ac:spMkLst>
            <pc:docMk/>
            <pc:sldMk cId="2092862255" sldId="259"/>
            <ac:spMk id="3" creationId="{6DC54885-333C-A852-B942-DA19CDAE1A59}"/>
          </ac:spMkLst>
        </pc:spChg>
      </pc:sldChg>
      <pc:sldChg chg="addSp delSp modSp mod modClrScheme chgLayout">
        <pc:chgData name="John Ward" userId="4598b928247da06e" providerId="LiveId" clId="{2022529A-8ADA-4F8D-B35E-18DEE32D8C10}" dt="2026-01-27T00:56:42.728" v="4976" actId="20577"/>
        <pc:sldMkLst>
          <pc:docMk/>
          <pc:sldMk cId="424225541" sldId="260"/>
        </pc:sldMkLst>
        <pc:spChg chg="mod ord">
          <ac:chgData name="John Ward" userId="4598b928247da06e" providerId="LiveId" clId="{2022529A-8ADA-4F8D-B35E-18DEE32D8C10}" dt="2026-01-12T21:48:58.807" v="3504" actId="20577"/>
          <ac:spMkLst>
            <pc:docMk/>
            <pc:sldMk cId="424225541" sldId="260"/>
            <ac:spMk id="2" creationId="{D52A1756-EBFB-F55C-D387-627DF22BED4A}"/>
          </ac:spMkLst>
        </pc:spChg>
        <pc:spChg chg="add mod ord">
          <ac:chgData name="John Ward" userId="4598b928247da06e" providerId="LiveId" clId="{2022529A-8ADA-4F8D-B35E-18DEE32D8C10}" dt="2026-01-27T00:56:42.728" v="4976" actId="20577"/>
          <ac:spMkLst>
            <pc:docMk/>
            <pc:sldMk cId="424225541" sldId="260"/>
            <ac:spMk id="10" creationId="{84428045-C5BA-4A91-BB6F-B4C255752005}"/>
          </ac:spMkLst>
        </pc:spChg>
        <pc:picChg chg="add mod modCrop">
          <ac:chgData name="John Ward" userId="4598b928247da06e" providerId="LiveId" clId="{2022529A-8ADA-4F8D-B35E-18DEE32D8C10}" dt="2026-01-12T01:59:26.249" v="1407" actId="1076"/>
          <ac:picMkLst>
            <pc:docMk/>
            <pc:sldMk cId="424225541" sldId="260"/>
            <ac:picMk id="13" creationId="{2F449EED-A340-5C75-2B53-EAB0390F1772}"/>
          </ac:picMkLst>
        </pc:picChg>
      </pc:sldChg>
      <pc:sldChg chg="modSp add mod modShow">
        <pc:chgData name="John Ward" userId="4598b928247da06e" providerId="LiveId" clId="{2022529A-8ADA-4F8D-B35E-18DEE32D8C10}" dt="2026-01-27T00:56:50.889" v="4977" actId="729"/>
        <pc:sldMkLst>
          <pc:docMk/>
          <pc:sldMk cId="237303555" sldId="261"/>
        </pc:sldMkLst>
        <pc:spChg chg="mod">
          <ac:chgData name="John Ward" userId="4598b928247da06e" providerId="LiveId" clId="{2022529A-8ADA-4F8D-B35E-18DEE32D8C10}" dt="2026-01-12T01:04:21.025" v="313"/>
          <ac:spMkLst>
            <pc:docMk/>
            <pc:sldMk cId="237303555" sldId="261"/>
            <ac:spMk id="2" creationId="{FCECE3F8-6C87-D85E-5A2B-E98E1DC31CBB}"/>
          </ac:spMkLst>
        </pc:spChg>
        <pc:spChg chg="mod">
          <ac:chgData name="John Ward" userId="4598b928247da06e" providerId="LiveId" clId="{2022529A-8ADA-4F8D-B35E-18DEE32D8C10}" dt="2026-01-12T03:04:29.040" v="1919" actId="6549"/>
          <ac:spMkLst>
            <pc:docMk/>
            <pc:sldMk cId="237303555" sldId="261"/>
            <ac:spMk id="3" creationId="{689B7353-4731-AB65-06C1-0D3675769B78}"/>
          </ac:spMkLst>
        </pc:spChg>
      </pc:sldChg>
      <pc:sldChg chg="addSp modSp add mod modAnim">
        <pc:chgData name="John Ward" userId="4598b928247da06e" providerId="LiveId" clId="{2022529A-8ADA-4F8D-B35E-18DEE32D8C10}" dt="2026-01-18T20:19:06.164" v="4898"/>
        <pc:sldMkLst>
          <pc:docMk/>
          <pc:sldMk cId="1724331413" sldId="263"/>
        </pc:sldMkLst>
        <pc:spChg chg="mod">
          <ac:chgData name="John Ward" userId="4598b928247da06e" providerId="LiveId" clId="{2022529A-8ADA-4F8D-B35E-18DEE32D8C10}" dt="2026-01-12T01:04:21.025" v="313"/>
          <ac:spMkLst>
            <pc:docMk/>
            <pc:sldMk cId="1724331413" sldId="263"/>
            <ac:spMk id="2" creationId="{FECF07B9-9C8F-E3AB-DD4B-0FCF5404C771}"/>
          </ac:spMkLst>
        </pc:spChg>
        <pc:spChg chg="mod">
          <ac:chgData name="John Ward" userId="4598b928247da06e" providerId="LiveId" clId="{2022529A-8ADA-4F8D-B35E-18DEE32D8C10}" dt="2026-01-12T13:51:26.687" v="3253" actId="20577"/>
          <ac:spMkLst>
            <pc:docMk/>
            <pc:sldMk cId="1724331413" sldId="263"/>
            <ac:spMk id="3" creationId="{98D78552-786B-85B6-D0C1-D5BAFAA9C412}"/>
          </ac:spMkLst>
        </pc:spChg>
        <pc:picChg chg="add mod modCrop">
          <ac:chgData name="John Ward" userId="4598b928247da06e" providerId="LiveId" clId="{2022529A-8ADA-4F8D-B35E-18DEE32D8C10}" dt="2026-01-18T20:18:54.207" v="4897" actId="1076"/>
          <ac:picMkLst>
            <pc:docMk/>
            <pc:sldMk cId="1724331413" sldId="263"/>
            <ac:picMk id="5" creationId="{42D02CC5-DA60-711A-4FD1-1587B6921DA7}"/>
          </ac:picMkLst>
        </pc:picChg>
      </pc:sldChg>
      <pc:sldChg chg="modSp add mod modAnim">
        <pc:chgData name="John Ward" userId="4598b928247da06e" providerId="LiveId" clId="{2022529A-8ADA-4F8D-B35E-18DEE32D8C10}" dt="2026-01-27T16:45:01.508" v="5028" actId="255"/>
        <pc:sldMkLst>
          <pc:docMk/>
          <pc:sldMk cId="3404111119" sldId="264"/>
        </pc:sldMkLst>
        <pc:spChg chg="mod">
          <ac:chgData name="John Ward" userId="4598b928247da06e" providerId="LiveId" clId="{2022529A-8ADA-4F8D-B35E-18DEE32D8C10}" dt="2026-01-12T01:04:21.025" v="313"/>
          <ac:spMkLst>
            <pc:docMk/>
            <pc:sldMk cId="3404111119" sldId="264"/>
            <ac:spMk id="2" creationId="{880857E8-A886-658D-D227-3810873E1BFA}"/>
          </ac:spMkLst>
        </pc:spChg>
        <pc:spChg chg="mod">
          <ac:chgData name="John Ward" userId="4598b928247da06e" providerId="LiveId" clId="{2022529A-8ADA-4F8D-B35E-18DEE32D8C10}" dt="2026-01-27T16:45:01.508" v="5028" actId="255"/>
          <ac:spMkLst>
            <pc:docMk/>
            <pc:sldMk cId="3404111119" sldId="264"/>
            <ac:spMk id="3" creationId="{E7280ECF-E130-FA6E-E14C-29856C3E3837}"/>
          </ac:spMkLst>
        </pc:spChg>
      </pc:sldChg>
      <pc:sldChg chg="modSp add mod modAnim">
        <pc:chgData name="John Ward" userId="4598b928247da06e" providerId="LiveId" clId="{2022529A-8ADA-4F8D-B35E-18DEE32D8C10}" dt="2026-01-27T16:46:38.041" v="5073" actId="20577"/>
        <pc:sldMkLst>
          <pc:docMk/>
          <pc:sldMk cId="1670967821" sldId="266"/>
        </pc:sldMkLst>
        <pc:spChg chg="mod">
          <ac:chgData name="John Ward" userId="4598b928247da06e" providerId="LiveId" clId="{2022529A-8ADA-4F8D-B35E-18DEE32D8C10}" dt="2026-01-27T16:45:44.805" v="5052" actId="20577"/>
          <ac:spMkLst>
            <pc:docMk/>
            <pc:sldMk cId="1670967821" sldId="266"/>
            <ac:spMk id="2" creationId="{96BB3982-C30D-AB92-D201-D52A1FAA2B50}"/>
          </ac:spMkLst>
        </pc:spChg>
        <pc:spChg chg="mod">
          <ac:chgData name="John Ward" userId="4598b928247da06e" providerId="LiveId" clId="{2022529A-8ADA-4F8D-B35E-18DEE32D8C10}" dt="2026-01-27T16:46:38.041" v="5073" actId="20577"/>
          <ac:spMkLst>
            <pc:docMk/>
            <pc:sldMk cId="1670967821" sldId="266"/>
            <ac:spMk id="3" creationId="{AFDA3BA6-14DC-F5E2-A076-6867A5406EC7}"/>
          </ac:spMkLst>
        </pc:spChg>
      </pc:sldChg>
      <pc:sldChg chg="modSp add mod modAnim">
        <pc:chgData name="John Ward" userId="4598b928247da06e" providerId="LiveId" clId="{2022529A-8ADA-4F8D-B35E-18DEE32D8C10}" dt="2026-01-27T00:42:28.335" v="4944"/>
        <pc:sldMkLst>
          <pc:docMk/>
          <pc:sldMk cId="2751469433" sldId="267"/>
        </pc:sldMkLst>
        <pc:spChg chg="mod">
          <ac:chgData name="John Ward" userId="4598b928247da06e" providerId="LiveId" clId="{2022529A-8ADA-4F8D-B35E-18DEE32D8C10}" dt="2026-01-12T01:04:21.025" v="313"/>
          <ac:spMkLst>
            <pc:docMk/>
            <pc:sldMk cId="2751469433" sldId="267"/>
            <ac:spMk id="2" creationId="{C6F6D16A-6C69-CE01-285A-4DE01D9D3907}"/>
          </ac:spMkLst>
        </pc:spChg>
        <pc:spChg chg="mod">
          <ac:chgData name="John Ward" userId="4598b928247da06e" providerId="LiveId" clId="{2022529A-8ADA-4F8D-B35E-18DEE32D8C10}" dt="2026-01-18T20:22:13.177" v="4906" actId="20577"/>
          <ac:spMkLst>
            <pc:docMk/>
            <pc:sldMk cId="2751469433" sldId="267"/>
            <ac:spMk id="3" creationId="{44CE8478-506E-8684-CE4E-29886D4E10AC}"/>
          </ac:spMkLst>
        </pc:spChg>
      </pc:sldChg>
      <pc:sldChg chg="addSp delSp modSp add mod">
        <pc:chgData name="John Ward" userId="4598b928247da06e" providerId="LiveId" clId="{2022529A-8ADA-4F8D-B35E-18DEE32D8C10}" dt="2026-01-12T01:23:41.547" v="1130" actId="14100"/>
        <pc:sldMkLst>
          <pc:docMk/>
          <pc:sldMk cId="2593651058" sldId="268"/>
        </pc:sldMkLst>
        <pc:picChg chg="add mod modCrop">
          <ac:chgData name="John Ward" userId="4598b928247da06e" providerId="LiveId" clId="{2022529A-8ADA-4F8D-B35E-18DEE32D8C10}" dt="2026-01-12T01:23:41.547" v="1130" actId="14100"/>
          <ac:picMkLst>
            <pc:docMk/>
            <pc:sldMk cId="2593651058" sldId="268"/>
            <ac:picMk id="4" creationId="{B41C6289-A03F-B07D-6289-677FC60DD9CD}"/>
          </ac:picMkLst>
        </pc:picChg>
      </pc:sldChg>
      <pc:sldChg chg="addSp delSp modSp add mod">
        <pc:chgData name="John Ward" userId="4598b928247da06e" providerId="LiveId" clId="{2022529A-8ADA-4F8D-B35E-18DEE32D8C10}" dt="2026-01-12T01:34:02.414" v="1211" actId="20577"/>
        <pc:sldMkLst>
          <pc:docMk/>
          <pc:sldMk cId="3920712808" sldId="269"/>
        </pc:sldMkLst>
        <pc:spChg chg="mod">
          <ac:chgData name="John Ward" userId="4598b928247da06e" providerId="LiveId" clId="{2022529A-8ADA-4F8D-B35E-18DEE32D8C10}" dt="2026-01-12T01:34:02.414" v="1211" actId="20577"/>
          <ac:spMkLst>
            <pc:docMk/>
            <pc:sldMk cId="3920712808" sldId="269"/>
            <ac:spMk id="2" creationId="{FD3FA462-2760-1AA7-6861-EA22B42A15B4}"/>
          </ac:spMkLst>
        </pc:spChg>
        <pc:picChg chg="add mod modCrop">
          <ac:chgData name="John Ward" userId="4598b928247da06e" providerId="LiveId" clId="{2022529A-8ADA-4F8D-B35E-18DEE32D8C10}" dt="2026-01-12T01:28:57.676" v="1135" actId="14100"/>
          <ac:picMkLst>
            <pc:docMk/>
            <pc:sldMk cId="3920712808" sldId="269"/>
            <ac:picMk id="5" creationId="{9E910440-618F-15CF-6674-718152FAB398}"/>
          </ac:picMkLst>
        </pc:picChg>
      </pc:sldChg>
      <pc:sldChg chg="addSp delSp modSp add mod">
        <pc:chgData name="John Ward" userId="4598b928247da06e" providerId="LiveId" clId="{2022529A-8ADA-4F8D-B35E-18DEE32D8C10}" dt="2026-01-12T01:37:02.136" v="1215" actId="14100"/>
        <pc:sldMkLst>
          <pc:docMk/>
          <pc:sldMk cId="2095080983" sldId="270"/>
        </pc:sldMkLst>
        <pc:spChg chg="mod">
          <ac:chgData name="John Ward" userId="4598b928247da06e" providerId="LiveId" clId="{2022529A-8ADA-4F8D-B35E-18DEE32D8C10}" dt="2026-01-12T01:33:50.655" v="1196" actId="20577"/>
          <ac:spMkLst>
            <pc:docMk/>
            <pc:sldMk cId="2095080983" sldId="270"/>
            <ac:spMk id="2" creationId="{5D267B93-F9BA-FC01-CB93-2EF216BD4EEA}"/>
          </ac:spMkLst>
        </pc:spChg>
        <pc:picChg chg="add mod modCrop">
          <ac:chgData name="John Ward" userId="4598b928247da06e" providerId="LiveId" clId="{2022529A-8ADA-4F8D-B35E-18DEE32D8C10}" dt="2026-01-12T01:37:02.136" v="1215" actId="14100"/>
          <ac:picMkLst>
            <pc:docMk/>
            <pc:sldMk cId="2095080983" sldId="270"/>
            <ac:picMk id="4" creationId="{CA046A32-DDF7-277C-6364-20E784FA0812}"/>
          </ac:picMkLst>
        </pc:picChg>
      </pc:sldChg>
      <pc:sldChg chg="addSp delSp modSp add mod">
        <pc:chgData name="John Ward" userId="4598b928247da06e" providerId="LiveId" clId="{2022529A-8ADA-4F8D-B35E-18DEE32D8C10}" dt="2026-01-13T06:08:07.671" v="3806" actId="20577"/>
        <pc:sldMkLst>
          <pc:docMk/>
          <pc:sldMk cId="489363149" sldId="271"/>
        </pc:sldMkLst>
        <pc:spChg chg="mod">
          <ac:chgData name="John Ward" userId="4598b928247da06e" providerId="LiveId" clId="{2022529A-8ADA-4F8D-B35E-18DEE32D8C10}" dt="2026-01-13T06:08:07.671" v="3806" actId="20577"/>
          <ac:spMkLst>
            <pc:docMk/>
            <pc:sldMk cId="489363149" sldId="271"/>
            <ac:spMk id="10" creationId="{4EB0FA99-2B01-0373-79DD-73098A78A9AE}"/>
          </ac:spMkLst>
        </pc:spChg>
        <pc:picChg chg="add mod modCrop">
          <ac:chgData name="John Ward" userId="4598b928247da06e" providerId="LiveId" clId="{2022529A-8ADA-4F8D-B35E-18DEE32D8C10}" dt="2026-01-12T01:59:12.775" v="1405" actId="1076"/>
          <ac:picMkLst>
            <pc:docMk/>
            <pc:sldMk cId="489363149" sldId="271"/>
            <ac:picMk id="6" creationId="{B29F85E8-6CE9-945F-8019-E27887C7F206}"/>
          </ac:picMkLst>
        </pc:picChg>
      </pc:sldChg>
      <pc:sldChg chg="addSp delSp modSp add mod">
        <pc:chgData name="John Ward" userId="4598b928247da06e" providerId="LiveId" clId="{2022529A-8ADA-4F8D-B35E-18DEE32D8C10}" dt="2026-01-12T13:50:09.181" v="3247" actId="255"/>
        <pc:sldMkLst>
          <pc:docMk/>
          <pc:sldMk cId="1515738457" sldId="272"/>
        </pc:sldMkLst>
        <pc:spChg chg="mod">
          <ac:chgData name="John Ward" userId="4598b928247da06e" providerId="LiveId" clId="{2022529A-8ADA-4F8D-B35E-18DEE32D8C10}" dt="2026-01-12T13:50:09.181" v="3247" actId="255"/>
          <ac:spMkLst>
            <pc:docMk/>
            <pc:sldMk cId="1515738457" sldId="272"/>
            <ac:spMk id="10" creationId="{03EF08F7-841C-95FB-6794-D62D3045B0E3}"/>
          </ac:spMkLst>
        </pc:spChg>
        <pc:picChg chg="add mod modCrop">
          <ac:chgData name="John Ward" userId="4598b928247da06e" providerId="LiveId" clId="{2022529A-8ADA-4F8D-B35E-18DEE32D8C10}" dt="2026-01-12T02:04:26.981" v="1416" actId="1076"/>
          <ac:picMkLst>
            <pc:docMk/>
            <pc:sldMk cId="1515738457" sldId="272"/>
            <ac:picMk id="4" creationId="{480A889D-2F16-A0F1-7768-070BE102381D}"/>
          </ac:picMkLst>
        </pc:picChg>
      </pc:sldChg>
      <pc:sldChg chg="addSp delSp modSp add mod">
        <pc:chgData name="John Ward" userId="4598b928247da06e" providerId="LiveId" clId="{2022529A-8ADA-4F8D-B35E-18DEE32D8C10}" dt="2026-01-12T02:47:33.508" v="1546"/>
        <pc:sldMkLst>
          <pc:docMk/>
          <pc:sldMk cId="1797066922" sldId="273"/>
        </pc:sldMkLst>
        <pc:spChg chg="mod">
          <ac:chgData name="John Ward" userId="4598b928247da06e" providerId="LiveId" clId="{2022529A-8ADA-4F8D-B35E-18DEE32D8C10}" dt="2026-01-12T02:45:59.123" v="1487" actId="6549"/>
          <ac:spMkLst>
            <pc:docMk/>
            <pc:sldMk cId="1797066922" sldId="273"/>
            <ac:spMk id="2" creationId="{C6AB5BA5-5145-AEE1-E84C-3F368C815245}"/>
          </ac:spMkLst>
        </pc:spChg>
        <pc:spChg chg="mod">
          <ac:chgData name="John Ward" userId="4598b928247da06e" providerId="LiveId" clId="{2022529A-8ADA-4F8D-B35E-18DEE32D8C10}" dt="2026-01-12T02:47:13.537" v="1544" actId="20577"/>
          <ac:spMkLst>
            <pc:docMk/>
            <pc:sldMk cId="1797066922" sldId="273"/>
            <ac:spMk id="10" creationId="{CA11AFEF-6ECF-FFFA-2440-C5A87ABBFA91}"/>
          </ac:spMkLst>
        </pc:spChg>
        <pc:picChg chg="add mod">
          <ac:chgData name="John Ward" userId="4598b928247da06e" providerId="LiveId" clId="{2022529A-8ADA-4F8D-B35E-18DEE32D8C10}" dt="2026-01-12T02:47:33.508" v="1546"/>
          <ac:picMkLst>
            <pc:docMk/>
            <pc:sldMk cId="1797066922" sldId="273"/>
            <ac:picMk id="3" creationId="{5C2B3C76-ADF2-E034-DB94-2E9F478AA929}"/>
          </ac:picMkLst>
        </pc:picChg>
      </pc:sldChg>
      <pc:sldChg chg="addSp delSp modSp add mod">
        <pc:chgData name="John Ward" userId="4598b928247da06e" providerId="LiveId" clId="{2022529A-8ADA-4F8D-B35E-18DEE32D8C10}" dt="2026-01-12T02:51:15.405" v="1618" actId="1076"/>
        <pc:sldMkLst>
          <pc:docMk/>
          <pc:sldMk cId="1048926905" sldId="274"/>
        </pc:sldMkLst>
        <pc:spChg chg="mod">
          <ac:chgData name="John Ward" userId="4598b928247da06e" providerId="LiveId" clId="{2022529A-8ADA-4F8D-B35E-18DEE32D8C10}" dt="2026-01-12T02:48:50.730" v="1612" actId="20577"/>
          <ac:spMkLst>
            <pc:docMk/>
            <pc:sldMk cId="1048926905" sldId="274"/>
            <ac:spMk id="10" creationId="{74FAEAAA-6816-792B-AAA7-B046FED8800C}"/>
          </ac:spMkLst>
        </pc:spChg>
        <pc:picChg chg="add mod modCrop">
          <ac:chgData name="John Ward" userId="4598b928247da06e" providerId="LiveId" clId="{2022529A-8ADA-4F8D-B35E-18DEE32D8C10}" dt="2026-01-12T02:51:15.405" v="1618" actId="1076"/>
          <ac:picMkLst>
            <pc:docMk/>
            <pc:sldMk cId="1048926905" sldId="274"/>
            <ac:picMk id="5" creationId="{97387175-A504-7EB3-4ABC-2B55DBC411CE}"/>
          </ac:picMkLst>
        </pc:picChg>
      </pc:sldChg>
      <pc:sldChg chg="addSp delSp modSp add mod">
        <pc:chgData name="John Ward" userId="4598b928247da06e" providerId="LiveId" clId="{2022529A-8ADA-4F8D-B35E-18DEE32D8C10}" dt="2026-01-12T02:56:56.775" v="1681" actId="1076"/>
        <pc:sldMkLst>
          <pc:docMk/>
          <pc:sldMk cId="1839638544" sldId="275"/>
        </pc:sldMkLst>
        <pc:spChg chg="mod">
          <ac:chgData name="John Ward" userId="4598b928247da06e" providerId="LiveId" clId="{2022529A-8ADA-4F8D-B35E-18DEE32D8C10}" dt="2026-01-12T02:52:44.067" v="1674" actId="20577"/>
          <ac:spMkLst>
            <pc:docMk/>
            <pc:sldMk cId="1839638544" sldId="275"/>
            <ac:spMk id="10" creationId="{4AC49159-6D29-F04D-7354-F807B3D5B2CE}"/>
          </ac:spMkLst>
        </pc:spChg>
        <pc:picChg chg="add mod modCrop">
          <ac:chgData name="John Ward" userId="4598b928247da06e" providerId="LiveId" clId="{2022529A-8ADA-4F8D-B35E-18DEE32D8C10}" dt="2026-01-12T02:56:56.775" v="1681" actId="1076"/>
          <ac:picMkLst>
            <pc:docMk/>
            <pc:sldMk cId="1839638544" sldId="275"/>
            <ac:picMk id="4" creationId="{A00CADF0-8787-6395-42E6-BD8BD2F5F42D}"/>
          </ac:picMkLst>
        </pc:picChg>
      </pc:sldChg>
      <pc:sldChg chg="addSp modSp add mod modAnim">
        <pc:chgData name="John Ward" userId="4598b928247da06e" providerId="LiveId" clId="{2022529A-8ADA-4F8D-B35E-18DEE32D8C10}" dt="2026-01-18T20:27:35.385" v="4914" actId="1076"/>
        <pc:sldMkLst>
          <pc:docMk/>
          <pc:sldMk cId="680673920" sldId="276"/>
        </pc:sldMkLst>
        <pc:spChg chg="mod">
          <ac:chgData name="John Ward" userId="4598b928247da06e" providerId="LiveId" clId="{2022529A-8ADA-4F8D-B35E-18DEE32D8C10}" dt="2026-01-12T21:54:05.029" v="3609" actId="20577"/>
          <ac:spMkLst>
            <pc:docMk/>
            <pc:sldMk cId="680673920" sldId="276"/>
            <ac:spMk id="3" creationId="{489FC0F0-ADC6-EB65-D721-B2E6ED4C3554}"/>
          </ac:spMkLst>
        </pc:spChg>
        <pc:picChg chg="add mod modCrop">
          <ac:chgData name="John Ward" userId="4598b928247da06e" providerId="LiveId" clId="{2022529A-8ADA-4F8D-B35E-18DEE32D8C10}" dt="2026-01-18T20:27:35.385" v="4914" actId="1076"/>
          <ac:picMkLst>
            <pc:docMk/>
            <pc:sldMk cId="680673920" sldId="276"/>
            <ac:picMk id="5" creationId="{D3DCCA2E-126F-7F99-0427-DA2B07FD407B}"/>
          </ac:picMkLst>
        </pc:picChg>
      </pc:sldChg>
      <pc:sldChg chg="addSp delSp modSp new mod">
        <pc:chgData name="John Ward" userId="4598b928247da06e" providerId="LiveId" clId="{2022529A-8ADA-4F8D-B35E-18DEE32D8C10}" dt="2026-01-21T05:43:29.736" v="4935" actId="1076"/>
        <pc:sldMkLst>
          <pc:docMk/>
          <pc:sldMk cId="962305349" sldId="280"/>
        </pc:sldMkLst>
        <pc:spChg chg="mod">
          <ac:chgData name="John Ward" userId="4598b928247da06e" providerId="LiveId" clId="{2022529A-8ADA-4F8D-B35E-18DEE32D8C10}" dt="2026-01-12T13:23:35.066" v="2100" actId="20577"/>
          <ac:spMkLst>
            <pc:docMk/>
            <pc:sldMk cId="962305349" sldId="280"/>
            <ac:spMk id="2" creationId="{F67F5CF5-16F0-3010-45A5-318AE16EDDBF}"/>
          </ac:spMkLst>
        </pc:spChg>
        <pc:graphicFrameChg chg="add mod">
          <ac:chgData name="John Ward" userId="4598b928247da06e" providerId="LiveId" clId="{2022529A-8ADA-4F8D-B35E-18DEE32D8C10}" dt="2026-01-21T05:43:29.736" v="4935" actId="1076"/>
          <ac:graphicFrameMkLst>
            <pc:docMk/>
            <pc:sldMk cId="962305349" sldId="280"/>
            <ac:graphicFrameMk id="3" creationId="{FCE87371-0C45-0D0A-8223-29740CBF73AC}"/>
          </ac:graphicFrameMkLst>
        </pc:graphicFrameChg>
      </pc:sldChg>
      <pc:sldChg chg="modSp add mod ord modAnim modShow">
        <pc:chgData name="John Ward" userId="4598b928247da06e" providerId="LiveId" clId="{2022529A-8ADA-4F8D-B35E-18DEE32D8C10}" dt="2026-01-27T00:57:08.024" v="4978" actId="729"/>
        <pc:sldMkLst>
          <pc:docMk/>
          <pc:sldMk cId="1485759834" sldId="281"/>
        </pc:sldMkLst>
        <pc:spChg chg="mod">
          <ac:chgData name="John Ward" userId="4598b928247da06e" providerId="LiveId" clId="{2022529A-8ADA-4F8D-B35E-18DEE32D8C10}" dt="2026-01-12T13:44:30.710" v="2876" actId="20577"/>
          <ac:spMkLst>
            <pc:docMk/>
            <pc:sldMk cId="1485759834" sldId="281"/>
            <ac:spMk id="2" creationId="{C63E9E37-7874-EB44-237F-B8B77A50A869}"/>
          </ac:spMkLst>
        </pc:spChg>
        <pc:spChg chg="mod">
          <ac:chgData name="John Ward" userId="4598b928247da06e" providerId="LiveId" clId="{2022529A-8ADA-4F8D-B35E-18DEE32D8C10}" dt="2026-01-18T20:28:53.636" v="4918" actId="6549"/>
          <ac:spMkLst>
            <pc:docMk/>
            <pc:sldMk cId="1485759834" sldId="281"/>
            <ac:spMk id="3" creationId="{EC751BC5-CF5B-FE9D-84BD-0BCAA3E74E1F}"/>
          </ac:spMkLst>
        </pc:spChg>
      </pc:sldChg>
      <pc:sldChg chg="modSp new mod ord modAnim">
        <pc:chgData name="John Ward" userId="4598b928247da06e" providerId="LiveId" clId="{2022529A-8ADA-4F8D-B35E-18DEE32D8C10}" dt="2026-01-27T16:43:32.034" v="4980"/>
        <pc:sldMkLst>
          <pc:docMk/>
          <pc:sldMk cId="1540735004" sldId="282"/>
        </pc:sldMkLst>
        <pc:spChg chg="mod">
          <ac:chgData name="John Ward" userId="4598b928247da06e" providerId="LiveId" clId="{2022529A-8ADA-4F8D-B35E-18DEE32D8C10}" dt="2026-01-13T17:55:30.232" v="4011" actId="20577"/>
          <ac:spMkLst>
            <pc:docMk/>
            <pc:sldMk cId="1540735004" sldId="282"/>
            <ac:spMk id="2" creationId="{F512DBF5-3F09-CC7E-2C9C-EA52338E3F56}"/>
          </ac:spMkLst>
        </pc:spChg>
        <pc:spChg chg="mod">
          <ac:chgData name="John Ward" userId="4598b928247da06e" providerId="LiveId" clId="{2022529A-8ADA-4F8D-B35E-18DEE32D8C10}" dt="2026-01-23T20:15:44.435" v="4943" actId="6549"/>
          <ac:spMkLst>
            <pc:docMk/>
            <pc:sldMk cId="1540735004" sldId="282"/>
            <ac:spMk id="3" creationId="{D89C197A-13DA-4072-F0A4-42E6391172C2}"/>
          </ac:spMkLst>
        </pc:spChg>
      </pc:sldChg>
      <pc:sldChg chg="add">
        <pc:chgData name="John Ward" userId="4598b928247da06e" providerId="LiveId" clId="{2022529A-8ADA-4F8D-B35E-18DEE32D8C10}" dt="2026-01-14T16:36:13.267" v="4019" actId="2890"/>
        <pc:sldMkLst>
          <pc:docMk/>
          <pc:sldMk cId="3218694355" sldId="283"/>
        </pc:sldMkLst>
      </pc:sldChg>
      <pc:sldChg chg="modSp add mod modAnim modShow">
        <pc:chgData name="John Ward" userId="4598b928247da06e" providerId="LiveId" clId="{2022529A-8ADA-4F8D-B35E-18DEE32D8C10}" dt="2026-01-27T00:57:10.385" v="4979" actId="729"/>
        <pc:sldMkLst>
          <pc:docMk/>
          <pc:sldMk cId="3775079078" sldId="284"/>
        </pc:sldMkLst>
        <pc:spChg chg="mod">
          <ac:chgData name="John Ward" userId="4598b928247da06e" providerId="LiveId" clId="{2022529A-8ADA-4F8D-B35E-18DEE32D8C10}" dt="2026-01-18T20:28:57.673" v="4921" actId="20577"/>
          <ac:spMkLst>
            <pc:docMk/>
            <pc:sldMk cId="3775079078" sldId="284"/>
            <ac:spMk id="3" creationId="{3B1BCAF4-470A-5987-31C2-12AA809CBB91}"/>
          </ac:spMkLst>
        </pc:spChg>
      </pc:sldChg>
      <pc:sldMasterChg chg="setBg">
        <pc:chgData name="John Ward" userId="4598b928247da06e" providerId="LiveId" clId="{2022529A-8ADA-4F8D-B35E-18DEE32D8C10}" dt="2026-01-12T01:05:52.673" v="314"/>
        <pc:sldMasterMkLst>
          <pc:docMk/>
          <pc:sldMasterMk cId="1318517785" sldId="2147483660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aseline="0" dirty="0"/>
              <a:t>Biggest Piece - Frequency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Sheet1!$A$1:$A$51</c:f>
              <c:numCache>
                <c:formatCode>General</c:formatCode>
                <c:ptCount val="5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0.06</c:v>
                </c:pt>
                <c:pt idx="4">
                  <c:v>0.08</c:v>
                </c:pt>
                <c:pt idx="5">
                  <c:v>0.1</c:v>
                </c:pt>
                <c:pt idx="6">
                  <c:v>0.12</c:v>
                </c:pt>
                <c:pt idx="7">
                  <c:v>0.14000000000000001</c:v>
                </c:pt>
                <c:pt idx="8">
                  <c:v>0.16</c:v>
                </c:pt>
                <c:pt idx="9">
                  <c:v>0.18</c:v>
                </c:pt>
                <c:pt idx="10">
                  <c:v>0.2</c:v>
                </c:pt>
                <c:pt idx="11">
                  <c:v>0.22</c:v>
                </c:pt>
                <c:pt idx="12">
                  <c:v>0.24</c:v>
                </c:pt>
                <c:pt idx="13">
                  <c:v>0.26</c:v>
                </c:pt>
                <c:pt idx="14">
                  <c:v>0.28000000000000003</c:v>
                </c:pt>
                <c:pt idx="15">
                  <c:v>0.3</c:v>
                </c:pt>
                <c:pt idx="16">
                  <c:v>0.32</c:v>
                </c:pt>
                <c:pt idx="17">
                  <c:v>0.34</c:v>
                </c:pt>
                <c:pt idx="18">
                  <c:v>0.36</c:v>
                </c:pt>
                <c:pt idx="19">
                  <c:v>0.38</c:v>
                </c:pt>
                <c:pt idx="20">
                  <c:v>0.4</c:v>
                </c:pt>
                <c:pt idx="21">
                  <c:v>0.42</c:v>
                </c:pt>
                <c:pt idx="22">
                  <c:v>0.44</c:v>
                </c:pt>
                <c:pt idx="23">
                  <c:v>0.46</c:v>
                </c:pt>
                <c:pt idx="24">
                  <c:v>0.48</c:v>
                </c:pt>
                <c:pt idx="25">
                  <c:v>0.5</c:v>
                </c:pt>
                <c:pt idx="26">
                  <c:v>0.52</c:v>
                </c:pt>
                <c:pt idx="27">
                  <c:v>0.54</c:v>
                </c:pt>
                <c:pt idx="28">
                  <c:v>0.56000000000000005</c:v>
                </c:pt>
                <c:pt idx="29">
                  <c:v>0.57999999999999996</c:v>
                </c:pt>
                <c:pt idx="30">
                  <c:v>0.6</c:v>
                </c:pt>
                <c:pt idx="31">
                  <c:v>0.62</c:v>
                </c:pt>
                <c:pt idx="32">
                  <c:v>0.64</c:v>
                </c:pt>
                <c:pt idx="33">
                  <c:v>0.66</c:v>
                </c:pt>
                <c:pt idx="34">
                  <c:v>0.68</c:v>
                </c:pt>
                <c:pt idx="35">
                  <c:v>0.7</c:v>
                </c:pt>
                <c:pt idx="36">
                  <c:v>0.72</c:v>
                </c:pt>
                <c:pt idx="37">
                  <c:v>0.74</c:v>
                </c:pt>
                <c:pt idx="38">
                  <c:v>0.76</c:v>
                </c:pt>
                <c:pt idx="39">
                  <c:v>0.78</c:v>
                </c:pt>
                <c:pt idx="40">
                  <c:v>0.8</c:v>
                </c:pt>
                <c:pt idx="41">
                  <c:v>0.82</c:v>
                </c:pt>
                <c:pt idx="42">
                  <c:v>0.84</c:v>
                </c:pt>
                <c:pt idx="43">
                  <c:v>0.86</c:v>
                </c:pt>
                <c:pt idx="44">
                  <c:v>0.88</c:v>
                </c:pt>
                <c:pt idx="45">
                  <c:v>0.9</c:v>
                </c:pt>
                <c:pt idx="46">
                  <c:v>0.92</c:v>
                </c:pt>
                <c:pt idx="47">
                  <c:v>0.94</c:v>
                </c:pt>
                <c:pt idx="48">
                  <c:v>0.96</c:v>
                </c:pt>
                <c:pt idx="49">
                  <c:v>0.98</c:v>
                </c:pt>
                <c:pt idx="50">
                  <c:v>1</c:v>
                </c:pt>
              </c:numCache>
            </c:numRef>
          </c:xVal>
          <c:yVal>
            <c:numRef>
              <c:f>Sheet1!$B$1:$B$51</c:f>
              <c:numCache>
                <c:formatCode>General</c:formatCode>
                <c:ptCount val="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2.5999999999999999E-3</c:v>
                </c:pt>
                <c:pt idx="18">
                  <c:v>9.7000000000000003E-3</c:v>
                </c:pt>
                <c:pt idx="19">
                  <c:v>1.67E-2</c:v>
                </c:pt>
                <c:pt idx="20">
                  <c:v>2.3900000000000001E-2</c:v>
                </c:pt>
                <c:pt idx="21">
                  <c:v>3.1099999999999999E-2</c:v>
                </c:pt>
                <c:pt idx="22">
                  <c:v>3.8600000000000002E-2</c:v>
                </c:pt>
                <c:pt idx="23">
                  <c:v>4.58E-2</c:v>
                </c:pt>
                <c:pt idx="24">
                  <c:v>5.2900000000000003E-2</c:v>
                </c:pt>
                <c:pt idx="25">
                  <c:v>5.8700000000000002E-2</c:v>
                </c:pt>
                <c:pt idx="26">
                  <c:v>5.79E-2</c:v>
                </c:pt>
                <c:pt idx="27">
                  <c:v>5.5199999999999999E-2</c:v>
                </c:pt>
                <c:pt idx="28">
                  <c:v>5.28E-2</c:v>
                </c:pt>
                <c:pt idx="29">
                  <c:v>5.0500000000000003E-2</c:v>
                </c:pt>
                <c:pt idx="30">
                  <c:v>4.8099999999999997E-2</c:v>
                </c:pt>
                <c:pt idx="31">
                  <c:v>4.5400000000000003E-2</c:v>
                </c:pt>
                <c:pt idx="32">
                  <c:v>4.3499999999999997E-2</c:v>
                </c:pt>
                <c:pt idx="33">
                  <c:v>4.0500000000000001E-2</c:v>
                </c:pt>
                <c:pt idx="34">
                  <c:v>3.8300000000000001E-2</c:v>
                </c:pt>
                <c:pt idx="35">
                  <c:v>3.5999999999999997E-2</c:v>
                </c:pt>
                <c:pt idx="36">
                  <c:v>3.4099999999999998E-2</c:v>
                </c:pt>
                <c:pt idx="37">
                  <c:v>3.1199999999999999E-2</c:v>
                </c:pt>
                <c:pt idx="38">
                  <c:v>2.87E-2</c:v>
                </c:pt>
                <c:pt idx="39">
                  <c:v>2.63E-2</c:v>
                </c:pt>
                <c:pt idx="40">
                  <c:v>2.3800000000000002E-2</c:v>
                </c:pt>
                <c:pt idx="41">
                  <c:v>2.1399999999999999E-2</c:v>
                </c:pt>
                <c:pt idx="42">
                  <c:v>1.9199999999999998E-2</c:v>
                </c:pt>
                <c:pt idx="43">
                  <c:v>1.6799999999999999E-2</c:v>
                </c:pt>
                <c:pt idx="44">
                  <c:v>1.43E-2</c:v>
                </c:pt>
                <c:pt idx="45">
                  <c:v>1.2E-2</c:v>
                </c:pt>
                <c:pt idx="46">
                  <c:v>9.7000000000000003E-3</c:v>
                </c:pt>
                <c:pt idx="47">
                  <c:v>7.1999999999999998E-3</c:v>
                </c:pt>
                <c:pt idx="48">
                  <c:v>4.5999999999999999E-3</c:v>
                </c:pt>
                <c:pt idx="49">
                  <c:v>2.3E-3</c:v>
                </c:pt>
                <c:pt idx="50">
                  <c:v>2.9999999999999997E-4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444-4685-B593-720F24F47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9015616"/>
        <c:axId val="1679011296"/>
      </c:scatterChart>
      <c:valAx>
        <c:axId val="167901561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9011296"/>
        <c:crosses val="autoZero"/>
        <c:crossBetween val="midCat"/>
      </c:valAx>
      <c:valAx>
        <c:axId val="1679011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90156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43DE2-E7E5-47B9-B6FF-551935D2954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11A8A-8409-49EC-A79A-511539661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5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11A8A-8409-49EC-A79A-511539661F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04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9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0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1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9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16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8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4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8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7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8652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18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0580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80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9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4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6B967-E70F-4E43-8FC9-22BA8B4019E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F90F3E-9C15-4711-8265-2C2D3790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1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neofthetimes.org/the-broken-stick-puzzl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neil.franklin.ch/Jokes_and_Fun/Canon_Lightbulb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sineofthetimes.org/the-broken-stick-puzzl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ites.math.duke.edu/education/webfeatsII/gdrive/Team%20D/project/brokenstick.htm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mathoverflow.net/questions/142983/probability-that-a-stick-randomly-broken-in-five-places-can-form-a-tetrahedr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hyperlink" Target="https://arxiv.org/html/2504.19911v3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18453-66C8-5385-950C-777A67F5C0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Broken Stick</a:t>
            </a:r>
            <a:br>
              <a:rPr lang="en-US"/>
            </a:br>
            <a:r>
              <a:rPr lang="en-US"/>
              <a:t>Problem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886E9-6323-A80F-FFD0-9FAFF213B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3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E2DF-8AFF-5B23-385E-235E88C3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6276B-8BB5-8665-2FA8-74ED0052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 a stick into three pieces at random.</a:t>
            </a:r>
          </a:p>
          <a:p>
            <a:pPr lvl="1"/>
            <a:r>
              <a:rPr lang="en-US" dirty="0"/>
              <a:t>That is, select two points on the stick at random, then break at those points.</a:t>
            </a:r>
          </a:p>
          <a:p>
            <a:r>
              <a:rPr lang="en-US" dirty="0"/>
              <a:t>What’s the probability that the three pieces can form a triangle?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5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DBF5-3F09-CC7E-2C9C-EA52338E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197A-13DA-4072-F0A4-42E639117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not!</a:t>
            </a:r>
          </a:p>
          <a:p>
            <a:r>
              <a:rPr lang="en-US" dirty="0"/>
              <a:t>Oldie but a goodie! Dates back to an 1854 Cambridge University exam.</a:t>
            </a:r>
          </a:p>
          <a:p>
            <a:pPr lvl="1"/>
            <a:r>
              <a:rPr lang="en-US" dirty="0"/>
              <a:t>Daniel Scher, </a:t>
            </a:r>
            <a:r>
              <a:rPr lang="en-US" dirty="0">
                <a:hlinkClick r:id="rId2"/>
              </a:rPr>
              <a:t>https://www.sineofthetimes.org/the-broken-stick-puzzle/</a:t>
            </a:r>
            <a:endParaRPr lang="en-US" dirty="0"/>
          </a:p>
          <a:p>
            <a:r>
              <a:rPr lang="en-US" dirty="0"/>
              <a:t>Well-known and easy to understand.</a:t>
            </a:r>
          </a:p>
          <a:p>
            <a:r>
              <a:rPr lang="en-US" dirty="0"/>
              <a:t>Works with standard probability methods…if you’re careful!</a:t>
            </a:r>
          </a:p>
          <a:p>
            <a:r>
              <a:rPr lang="en-US" dirty="0"/>
              <a:t>Some very pretty graphical / geometric solutions!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73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07B9-9C8F-E3AB-DD4B-0FCF5404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1?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78552-786B-85B6-D0C1-D5BAFAA9C4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Well, of course, three line segments make a triangle!</a:t>
                </a:r>
              </a:p>
              <a:p>
                <a:r>
                  <a:rPr lang="en-US" dirty="0"/>
                  <a:t>Oops, the Triangle Inequality: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78552-786B-85B6-D0C1-D5BAFAA9C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2D02CC5-DA60-711A-4FD1-1587B6921D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40" t="28148" b="39710"/>
          <a:stretch>
            <a:fillRect/>
          </a:stretch>
        </p:blipFill>
        <p:spPr>
          <a:xfrm>
            <a:off x="3564835" y="3268870"/>
            <a:ext cx="4009239" cy="22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3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857E8-A886-658D-D227-3810873E1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  <a:r>
              <a:rPr lang="en-US" baseline="0" dirty="0"/>
              <a:t> not ½?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80ECF-E130-FA6E-E14C-29856C3E3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Well, then, we need the biggest piece shorter than one-half the stick length.</a:t>
                </a:r>
              </a:p>
              <a:p>
                <a:r>
                  <a:rPr lang="en-US" dirty="0"/>
                  <a:t>So why isn’t it 50-50?  Either the biggest piece is less than a half or it isn’t.</a:t>
                </a:r>
              </a:p>
              <a:p>
                <a:r>
                  <a:rPr lang="en-US" dirty="0"/>
                  <a:t>The biggest piece varies between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80ECF-E130-FA6E-E14C-29856C3E3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11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B3982-C30D-AB92-D201-D52A1FAA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in doubt, simulate!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A3BA6-14DC-F5E2-A076-6867A5406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“How many accountants does it take to change a light bulb?”</a:t>
            </a:r>
          </a:p>
          <a:p>
            <a:r>
              <a:rPr lang="en-US" dirty="0"/>
              <a:t>What kind of answer were you looking for?</a:t>
            </a:r>
          </a:p>
          <a:p>
            <a:pPr lvl="1"/>
            <a:r>
              <a:rPr lang="en-US" dirty="0">
                <a:hlinkClick r:id="rId2"/>
              </a:rPr>
              <a:t>“The Canonical List of Light Bulb Jokes”</a:t>
            </a:r>
            <a:endParaRPr lang="en-US" dirty="0"/>
          </a:p>
          <a:p>
            <a:r>
              <a:rPr lang="en-US" dirty="0"/>
              <a:t>Monte Carlo Python</a:t>
            </a:r>
          </a:p>
          <a:p>
            <a:r>
              <a:rPr lang="en-US"/>
              <a:t>250,159 / 1,000,000 </a:t>
            </a:r>
            <a:r>
              <a:rPr lang="en-US" dirty="0"/>
              <a:t>= 0.250159</a:t>
            </a:r>
          </a:p>
        </p:txBody>
      </p:sp>
    </p:spTree>
    <p:extLst>
      <p:ext uri="{BB962C8B-B14F-4D97-AF65-F5344CB8AC3E}">
        <p14:creationId xmlns:p14="http://schemas.microsoft.com/office/powerpoint/2010/main" val="167096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5CF5-16F0-3010-45A5-318AE16ED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Frequency?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CE87371-0C45-0D0A-8223-29740CBF73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0598215"/>
              </p:ext>
            </p:extLst>
          </p:nvPr>
        </p:nvGraphicFramePr>
        <p:xfrm>
          <a:off x="1561578" y="1438904"/>
          <a:ext cx="7845288" cy="4949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230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D16A-6C69-CE01-285A-4DE01D9D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E8478-506E-8684-CE4E-29886D4E1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515649"/>
                <a:ext cx="8596668" cy="5092415"/>
              </a:xfrm>
            </p:spPr>
            <p:txBody>
              <a:bodyPr/>
              <a:lstStyle/>
              <a:p>
                <a:r>
                  <a:rPr lang="en-US" dirty="0"/>
                  <a:t>First cut: Size of bigger piece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dirty="0"/>
                  <a:t>This piece must get cut!  Probability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Second cut on bigger piece: Bigger piece (this cut)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.  We need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  Probability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, probability of triangle is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dirty="0"/>
                  <a:t>Geometry or Calculus: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over interval of length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:r>
                  <a:rPr lang="en-US" dirty="0">
                    <a:latin typeface="Cambria Math" panose="02040503050406030204" pitchFamily="18" charset="0"/>
                  </a:rPr>
                  <a:t>probability is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den>
                    </m:f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1−2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CE8478-506E-8684-CE4E-29886D4E1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515649"/>
                <a:ext cx="8596668" cy="5092415"/>
              </a:xfrm>
              <a:blipFill>
                <a:blip r:embed="rId2"/>
                <a:stretch>
                  <a:fillRect l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46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6665-119B-99BB-D25E-91820BF8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solution</a:t>
            </a:r>
            <a:br>
              <a:rPr lang="en-US" dirty="0"/>
            </a:br>
            <a:r>
              <a:rPr lang="en-US" sz="2400" dirty="0">
                <a:hlinkClick r:id="rId2"/>
              </a:rPr>
              <a:t>Daniel Scher, “Sine of the Times”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7F1CE4-3549-414D-0075-6EE0CB3FD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678"/>
          <a:stretch>
            <a:fillRect/>
          </a:stretch>
        </p:blipFill>
        <p:spPr>
          <a:xfrm>
            <a:off x="2523744" y="1629508"/>
            <a:ext cx="5419079" cy="522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78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81F6-503D-11FE-C080-F9491A878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0155-E8C6-600E-B1A2-08830270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C6289-A03F-B07D-6289-677FC60DD9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914"/>
          <a:stretch>
            <a:fillRect/>
          </a:stretch>
        </p:blipFill>
        <p:spPr>
          <a:xfrm>
            <a:off x="2206528" y="1444486"/>
            <a:ext cx="5506237" cy="541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51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185B7-33EE-849F-E208-0800422D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A462-2760-1AA7-6861-EA22B42A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solution – dead corners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10440-618F-15CF-6674-718152FAB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67"/>
          <a:stretch>
            <a:fillRect/>
          </a:stretch>
        </p:blipFill>
        <p:spPr>
          <a:xfrm>
            <a:off x="2213113" y="1445466"/>
            <a:ext cx="5526158" cy="541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1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8BAD-8D9E-AE83-DF32-CE7DA161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7B93-F9BA-FC01-CB93-2EF216BD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 solution – big gaps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46A32-DDF7-277C-6364-20E784FA0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67"/>
          <a:stretch>
            <a:fillRect/>
          </a:stretch>
        </p:blipFill>
        <p:spPr>
          <a:xfrm>
            <a:off x="2212111" y="1444486"/>
            <a:ext cx="5527159" cy="541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8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1756-EBFB-F55C-D387-627DF22B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solution – Altitude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4428045-C5BA-4A91-BB6F-B4C25575200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7334" y="2160589"/>
                <a:ext cx="4636788" cy="3880772"/>
              </a:xfrm>
            </p:spPr>
            <p:txBody>
              <a:bodyPr/>
              <a:lstStyle/>
              <a:p>
                <a:r>
                  <a:rPr lang="en-US" dirty="0">
                    <a:hlinkClick r:id="rId2"/>
                  </a:rPr>
                  <a:t>From Duke University…</a:t>
                </a:r>
                <a:r>
                  <a:rPr lang="en-US" dirty="0"/>
                  <a:t>, part of a </a:t>
                </a:r>
                <a:r>
                  <a:rPr lang="en-US" dirty="0" err="1"/>
                  <a:t>WebFeats</a:t>
                </a:r>
                <a:r>
                  <a:rPr lang="en-US" dirty="0"/>
                  <a:t> II project.</a:t>
                </a:r>
              </a:p>
              <a:p>
                <a:r>
                  <a:rPr lang="en-US" dirty="0"/>
                  <a:t>Equilateral triangle with side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altitude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𝐴𝑟𝑒𝑎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𝑠h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4428045-C5BA-4A91-BB6F-B4C255752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7334" y="2160589"/>
                <a:ext cx="4636788" cy="3880772"/>
              </a:xfrm>
              <a:blipFill>
                <a:blip r:embed="rId3"/>
                <a:stretch>
                  <a:fillRect l="-526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F449EED-A340-5C75-2B53-EAB0390F17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40" t="8889" r="30981" b="14783"/>
          <a:stretch>
            <a:fillRect/>
          </a:stretch>
        </p:blipFill>
        <p:spPr>
          <a:xfrm>
            <a:off x="5492502" y="1483670"/>
            <a:ext cx="5791200" cy="52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5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3C8E4-D9EE-9A6B-3F28-4ABDB231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7840-FF88-AE87-38B8-E8BB33D5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solution – Altitude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EB0FA99-2B01-0373-79DD-73098A78A9A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7334" y="2160589"/>
                <a:ext cx="4623536" cy="3880772"/>
              </a:xfrm>
            </p:spPr>
            <p:txBody>
              <a:bodyPr/>
              <a:lstStyle/>
              <a:p>
                <a:r>
                  <a:rPr lang="en-US" dirty="0"/>
                  <a:t>Equilateral triangle with side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altitude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𝐴𝑟𝑒𝑎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𝑠h</m:t>
                    </m:r>
                  </m:oMath>
                </a14:m>
                <a:endParaRPr lang="en-US" sz="2000" dirty="0"/>
              </a:p>
              <a:p>
                <a:r>
                  <a:rPr lang="en-US" dirty="0"/>
                  <a:t>Altitudes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from interior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4EB0FA99-2B01-0373-79DD-73098A78A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7334" y="2160589"/>
                <a:ext cx="4623536" cy="3880772"/>
              </a:xfrm>
              <a:blipFill>
                <a:blip r:embed="rId2"/>
                <a:stretch>
                  <a:fillRect l="-527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9F85E8-6CE9-945F-8019-E27887C7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85" t="10435" r="31280" b="16136"/>
          <a:stretch>
            <a:fillRect/>
          </a:stretch>
        </p:blipFill>
        <p:spPr>
          <a:xfrm>
            <a:off x="5579165" y="1583062"/>
            <a:ext cx="5711687" cy="503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63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831C-5078-699E-E813-5FF7E887E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C51E-6F13-5B0F-C5DD-9BB3D30B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solution – Altitude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3EF08F7-841C-95FB-6794-D62D3045B0E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7333" y="2160589"/>
                <a:ext cx="5159795" cy="3880772"/>
              </a:xfrm>
            </p:spPr>
            <p:txBody>
              <a:bodyPr/>
              <a:lstStyle/>
              <a:p>
                <a:r>
                  <a:rPr lang="en-US" dirty="0"/>
                  <a:t>Equilateral triangle with side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and altitude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𝐴𝑟𝑒𝑎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𝑠h</m:t>
                    </m:r>
                  </m:oMath>
                </a14:m>
                <a:endParaRPr lang="en-US" sz="2000" dirty="0"/>
              </a:p>
              <a:p>
                <a:r>
                  <a:rPr lang="en-US" dirty="0"/>
                  <a:t>Altitudes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from interior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𝐴𝑟𝑒𝑎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3EF08F7-841C-95FB-6794-D62D3045B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7333" y="2160589"/>
                <a:ext cx="5159795" cy="3880772"/>
              </a:xfrm>
              <a:blipFill>
                <a:blip r:embed="rId2"/>
                <a:stretch>
                  <a:fillRect l="-47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0A889D-2F16-A0F1-7768-070BE10238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51" t="10241" r="31526" b="14589"/>
          <a:stretch>
            <a:fillRect/>
          </a:stretch>
        </p:blipFill>
        <p:spPr>
          <a:xfrm>
            <a:off x="6096000" y="1523426"/>
            <a:ext cx="5539409" cy="51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3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0D27-7D63-4168-D23F-1CAA8468E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5BA5-5145-AEE1-E84C-3F368C81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CA11AFEF-6ECF-FFFA-2440-C5A87ABBFA9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7334" y="2160589"/>
                <a:ext cx="4623536" cy="3880772"/>
              </a:xfrm>
            </p:spPr>
            <p:txBody>
              <a:bodyPr/>
              <a:lstStyle/>
              <a:p>
                <a:r>
                  <a:rPr lang="en-US" dirty="0"/>
                  <a:t>Each point breaks altitude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into three pieces.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CA11AFEF-6ECF-FFFA-2440-C5A87ABBF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7334" y="2160589"/>
                <a:ext cx="4623536" cy="3880772"/>
              </a:xfrm>
              <a:blipFill>
                <a:blip r:embed="rId2"/>
                <a:stretch>
                  <a:fillRect l="-264" t="-942" r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C2B3C76-ADF2-E034-DB94-2E9F478A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85" t="10435" r="31280" b="16136"/>
          <a:stretch>
            <a:fillRect/>
          </a:stretch>
        </p:blipFill>
        <p:spPr>
          <a:xfrm>
            <a:off x="5579165" y="1583062"/>
            <a:ext cx="5711687" cy="503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66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78EC-DB10-57A8-583C-31E6241A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188F-01F5-7350-A7FC-37C24B93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4FAEAAA-6816-792B-AAA7-B046FED880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7334" y="2160589"/>
                <a:ext cx="4623536" cy="3880772"/>
              </a:xfrm>
            </p:spPr>
            <p:txBody>
              <a:bodyPr/>
              <a:lstStyle/>
              <a:p>
                <a:r>
                  <a:rPr lang="en-US" dirty="0"/>
                  <a:t>Each point breaks altitude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into three pieces.</a:t>
                </a:r>
              </a:p>
              <a:p>
                <a:r>
                  <a:rPr lang="en-US" dirty="0"/>
                  <a:t>In all six orderings.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4FAEAAA-6816-792B-AAA7-B046FED880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7334" y="2160589"/>
                <a:ext cx="4623536" cy="3880772"/>
              </a:xfrm>
              <a:blipFill>
                <a:blip r:embed="rId2"/>
                <a:stretch>
                  <a:fillRect l="-264" t="-942" r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7387175-A504-7EB3-4ABC-2B55DBC41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82" t="8889" r="29668" b="15169"/>
          <a:stretch>
            <a:fillRect/>
          </a:stretch>
        </p:blipFill>
        <p:spPr>
          <a:xfrm>
            <a:off x="5300870" y="1270000"/>
            <a:ext cx="5830958" cy="52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26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E1F8A-6EA2-A6FD-B222-6DEC3A97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2F83-9E88-40B1-B9F8-12609D5F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solution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C49159-6D29-F04D-7354-F807B3D5B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623536" cy="3880772"/>
          </a:xfrm>
        </p:spPr>
        <p:txBody>
          <a:bodyPr/>
          <a:lstStyle/>
          <a:p>
            <a:r>
              <a:rPr lang="en-US" dirty="0"/>
              <a:t>Where are all pieces less than half the stick length?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CADF0-8787-6395-42E6-BD8BD2F5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2" t="11908" r="29296" b="15556"/>
          <a:stretch>
            <a:fillRect/>
          </a:stretch>
        </p:blipFill>
        <p:spPr>
          <a:xfrm>
            <a:off x="5300870" y="1465994"/>
            <a:ext cx="5804453" cy="497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38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92DA-860D-8909-E22E-A34ECC19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breaking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54885-333C-A852-B942-DA19CDAE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random first break, then a random break in the larger piece.</a:t>
            </a:r>
          </a:p>
          <a:p>
            <a:r>
              <a:rPr lang="en-US" dirty="0"/>
              <a:t>Make a random first break, the randomly pick one side to randomly break.</a:t>
            </a:r>
          </a:p>
        </p:txBody>
      </p:sp>
    </p:spTree>
    <p:extLst>
      <p:ext uri="{BB962C8B-B14F-4D97-AF65-F5344CB8AC3E}">
        <p14:creationId xmlns:p14="http://schemas.microsoft.com/office/powerpoint/2010/main" val="2092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E3F8-6C87-D85E-5A2B-E98E1DC3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7353-4731-AB65-06C1-0D3675769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than three pieces…</a:t>
            </a:r>
          </a:p>
          <a:p>
            <a:r>
              <a:rPr lang="en-US" dirty="0"/>
              <a:t>Pieces = 3, 250159 / 1000000 = 0.250159</a:t>
            </a:r>
          </a:p>
          <a:p>
            <a:r>
              <a:rPr lang="en-US" dirty="0"/>
              <a:t>Pieces = 4, 571283 / 1000000 = 0.571283</a:t>
            </a:r>
          </a:p>
          <a:p>
            <a:r>
              <a:rPr lang="en-US" dirty="0"/>
              <a:t>Pieces = 5. 821464 / 1000000 = 0.821464</a:t>
            </a:r>
          </a:p>
          <a:p>
            <a:r>
              <a:rPr lang="en-US" dirty="0"/>
              <a:t>Pieces = 6, 946988 / 1000000 = 0.946988</a:t>
            </a:r>
          </a:p>
          <a:p>
            <a:r>
              <a:rPr lang="en-US" dirty="0"/>
              <a:t>Pieces = 7, 988634 / 1000000 = 0.988634</a:t>
            </a:r>
          </a:p>
          <a:p>
            <a:r>
              <a:rPr lang="en-US" dirty="0"/>
              <a:t>Pieces = 8, 998320 / 1000000 = 0.99832</a:t>
            </a:r>
          </a:p>
          <a:p>
            <a:r>
              <a:rPr lang="en-US" dirty="0"/>
              <a:t>Pieces = 9, 999832 / 1000000 = 0.999832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3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9787-1EA4-0E0F-D9E6-05D1B2C8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64A3-A769-9B72-16AC-456F1BEE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FC0F0-ADC6-EB65-D721-B2E6ED4C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break a stick into six pieces, what is the probability that the pieces can form a tetrahedron?</a:t>
            </a:r>
          </a:p>
          <a:p>
            <a:r>
              <a:rPr lang="en-US" dirty="0" err="1">
                <a:hlinkClick r:id="rId2"/>
              </a:rPr>
              <a:t>StackExchange</a:t>
            </a:r>
            <a:r>
              <a:rPr lang="en-US" dirty="0"/>
              <a:t> re May 2015 at UIUC.  Full article not found.</a:t>
            </a:r>
          </a:p>
          <a:p>
            <a:r>
              <a:rPr lang="en-US" dirty="0"/>
              <a:t>Answer: About 6.5%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CCA2E-126F-7F99-0427-DA2B07FD40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02" t="33043" r="12375" b="26377"/>
          <a:stretch>
            <a:fillRect/>
          </a:stretch>
        </p:blipFill>
        <p:spPr>
          <a:xfrm>
            <a:off x="4055164" y="3578047"/>
            <a:ext cx="3260035" cy="278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673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1A7EB-4F6D-6A26-2CD7-3D45BA27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85B9-37B8-7C1B-3B4D-5F00797F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– The Fibonacci Connection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F083C-437A-7AF4-E61F-55BB336586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27967"/>
                <a:ext cx="8596668" cy="521667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you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sticks of random sizes between 0 and 1, what is the probability that no three sticks will form a triangle?</a:t>
                </a:r>
              </a:p>
              <a:p>
                <a:r>
                  <a:rPr lang="en-US" dirty="0"/>
                  <a:t>Source: Paper by Aidan Sudbury, Arthur Sun, David </a:t>
                </a:r>
                <a:r>
                  <a:rPr lang="en-US" dirty="0" err="1"/>
                  <a:t>Treeby</a:t>
                </a:r>
                <a:r>
                  <a:rPr lang="en-US" dirty="0"/>
                  <a:t>, and Edward Wang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https://arxiv.org/html/2504.19911v3</a:t>
                </a:r>
                <a:endParaRPr lang="en-US" dirty="0"/>
              </a:p>
              <a:p>
                <a:r>
                  <a:rPr lang="en-US" dirty="0"/>
                  <a:t>Curious answer: Probability is the reciprocal of the product of 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Fibonacci numbers!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1⋅1⋅2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=4,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1⋅1⋅2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⋅3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1⋅1⋅2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⋅3⋅5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1⋅1⋅2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⋅3⋅5⋅8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200" dirty="0"/>
                  <a:t>There’s an easy connection to Fibonacci, but not obvious how it helps.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F083C-437A-7AF4-E61F-55BB33658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27967"/>
                <a:ext cx="8596668" cy="5216673"/>
              </a:xfrm>
              <a:blipFill>
                <a:blip r:embed="rId3"/>
                <a:stretch>
                  <a:fillRect l="-426" t="-701" r="-1135" b="-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69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0E1D16-3EFD-9EA1-6227-A28219EE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9E37-7874-EB44-237F-B8B77A50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– The Fibonacci Connection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51BC5-CF5B-FE9D-84BD-0BCAA3E74E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27967"/>
                <a:ext cx="8596668" cy="521667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you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sticks of random sizes between 0 and 1, what is the probability that no three sticks will form a triangle?</a:t>
                </a:r>
              </a:p>
              <a:p>
                <a:r>
                  <a:rPr lang="en-US" dirty="0"/>
                  <a:t>Curious observation: To avoid triangles, the smallest piece must be less than or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largest number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Fibonacci number.</a:t>
                </a:r>
              </a:p>
              <a:p>
                <a:r>
                  <a:rPr lang="en-US" dirty="0"/>
                  <a:t>Example: Suppose we have four “sticks”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.  We can’t have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b="0" dirty="0"/>
                  <a:t>.  Then also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To avoid triangles, we need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b="0" dirty="0"/>
                  <a:t>.</a:t>
                </a:r>
              </a:p>
              <a:p>
                <a:pPr lvl="1"/>
                <a:r>
                  <a:rPr lang="en-US" dirty="0"/>
                  <a:t>And also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/>
                  <a:t>.  Oops!</a:t>
                </a: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51BC5-CF5B-FE9D-84BD-0BCAA3E74E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27967"/>
                <a:ext cx="8596668" cy="5216673"/>
              </a:xfrm>
              <a:blipFill>
                <a:blip r:embed="rId2"/>
                <a:stretch>
                  <a:fillRect l="-142" t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75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260163-AF4C-0177-D335-2F637E61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36F2-B2EA-FF20-BE08-DCA943FF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 – The Fibonacci Connection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1BCAF4-470A-5987-31C2-12AA809CB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427967"/>
                <a:ext cx="8596668" cy="521667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Unfortunately</a:t>
                </a:r>
                <a:r>
                  <a:rPr lang="en-US"/>
                  <a:t>, this </a:t>
                </a:r>
                <a:r>
                  <a:rPr lang="en-US" dirty="0"/>
                  <a:t>lovely observation doesn’t explain the complete result.</a:t>
                </a:r>
              </a:p>
              <a:p>
                <a:r>
                  <a:rPr lang="en-US" b="0" dirty="0"/>
                  <a:t>Example: Sticks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1,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b="0" dirty="0"/>
                  <a:t>.</a:t>
                </a:r>
              </a:p>
              <a:p>
                <a:r>
                  <a:rPr lang="en-US" dirty="0"/>
                  <a:t>All the Fibonacci ratios work…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⋅1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⋅1</m:t>
                    </m:r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000" b="0" dirty="0"/>
              </a:p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b="0" dirty="0"/>
                  <a:t>.  Oh, well!</a:t>
                </a: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1BCAF4-470A-5987-31C2-12AA809CB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427967"/>
                <a:ext cx="8596668" cy="5216673"/>
              </a:xfrm>
              <a:blipFill>
                <a:blip r:embed="rId2"/>
                <a:stretch>
                  <a:fillRect l="-142" t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07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ace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399</TotalTime>
  <Words>984</Words>
  <Application>Microsoft Office PowerPoint</Application>
  <PresentationFormat>Widescreen</PresentationFormat>
  <Paragraphs>100</Paragraphs>
  <Slides>24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Cambria Math</vt:lpstr>
      <vt:lpstr>Trebuchet MS</vt:lpstr>
      <vt:lpstr>Wingdings 3</vt:lpstr>
      <vt:lpstr>Facet</vt:lpstr>
      <vt:lpstr>The Broken Stick Problem</vt:lpstr>
      <vt:lpstr>Problem statement</vt:lpstr>
      <vt:lpstr>Why???</vt:lpstr>
      <vt:lpstr>Why not 1?</vt:lpstr>
      <vt:lpstr>Why not ½?</vt:lpstr>
      <vt:lpstr>When in doubt, simulate!</vt:lpstr>
      <vt:lpstr>What’s the Frequency?</vt:lpstr>
      <vt:lpstr>Calculus</vt:lpstr>
      <vt:lpstr>Square solution Daniel Scher, “Sine of the Times”</vt:lpstr>
      <vt:lpstr>Square solution</vt:lpstr>
      <vt:lpstr>Square solution – dead corners</vt:lpstr>
      <vt:lpstr>Square solution – big gaps</vt:lpstr>
      <vt:lpstr>Triangle solution – Altitude Theorem</vt:lpstr>
      <vt:lpstr>Triangle solution – Altitude Theorem</vt:lpstr>
      <vt:lpstr>Triangle solution – Altitude Theorem</vt:lpstr>
      <vt:lpstr>Triangle solution</vt:lpstr>
      <vt:lpstr>Triangle solution</vt:lpstr>
      <vt:lpstr>Triangle solution</vt:lpstr>
      <vt:lpstr>Alternate breaking plans</vt:lpstr>
      <vt:lpstr>Extensions</vt:lpstr>
      <vt:lpstr>Extensions</vt:lpstr>
      <vt:lpstr>Extensions – The Fibonacci Connection</vt:lpstr>
      <vt:lpstr>Extensions – The Fibonacci Connection</vt:lpstr>
      <vt:lpstr>Extensions – The Fibonacci Connection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Ward</dc:creator>
  <cp:lastModifiedBy>John Ward</cp:lastModifiedBy>
  <cp:revision>1</cp:revision>
  <dcterms:created xsi:type="dcterms:W3CDTF">2026-01-11T17:04:50Z</dcterms:created>
  <dcterms:modified xsi:type="dcterms:W3CDTF">2026-01-27T16:46:42Z</dcterms:modified>
</cp:coreProperties>
</file>