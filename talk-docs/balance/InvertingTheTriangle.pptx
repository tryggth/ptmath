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5" r:id="rId4"/>
    <p:sldId id="286" r:id="rId5"/>
    <p:sldId id="259" r:id="rId6"/>
    <p:sldId id="287" r:id="rId7"/>
    <p:sldId id="260" r:id="rId8"/>
    <p:sldId id="288" r:id="rId9"/>
    <p:sldId id="261" r:id="rId10"/>
    <p:sldId id="262" r:id="rId11"/>
    <p:sldId id="269" r:id="rId12"/>
    <p:sldId id="271" r:id="rId13"/>
    <p:sldId id="279" r:id="rId14"/>
    <p:sldId id="263" r:id="rId15"/>
    <p:sldId id="264" r:id="rId16"/>
    <p:sldId id="273" r:id="rId17"/>
    <p:sldId id="274" r:id="rId18"/>
    <p:sldId id="281" r:id="rId19"/>
    <p:sldId id="282" r:id="rId20"/>
    <p:sldId id="283" r:id="rId21"/>
    <p:sldId id="284" r:id="rId22"/>
    <p:sldId id="277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7BBCA-52AF-46BC-9F88-D47C33F55C58}" v="2576" dt="2025-11-25T15:59:13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rd" userId="4598b928247da06e" providerId="LiveId" clId="{2022529A-8ADA-4F8D-B35E-18DEE32D8C10}"/>
    <pc:docChg chg="undo redo custSel addSld delSld modSld">
      <pc:chgData name="John Ward" userId="4598b928247da06e" providerId="LiveId" clId="{2022529A-8ADA-4F8D-B35E-18DEE32D8C10}" dt="2025-11-25T15:59:50.784" v="4129" actId="3626"/>
      <pc:docMkLst>
        <pc:docMk/>
      </pc:docMkLst>
      <pc:sldChg chg="del">
        <pc:chgData name="John Ward" userId="4598b928247da06e" providerId="LiveId" clId="{2022529A-8ADA-4F8D-B35E-18DEE32D8C10}" dt="2025-11-25T04:49:21.674" v="4028" actId="47"/>
        <pc:sldMkLst>
          <pc:docMk/>
          <pc:sldMk cId="2417651246" sldId="257"/>
        </pc:sldMkLst>
      </pc:sldChg>
      <pc:sldChg chg="addSp delSp modSp mod">
        <pc:chgData name="John Ward" userId="4598b928247da06e" providerId="LiveId" clId="{2022529A-8ADA-4F8D-B35E-18DEE32D8C10}" dt="2025-11-25T04:52:46.351" v="4040" actId="14100"/>
        <pc:sldMkLst>
          <pc:docMk/>
          <pc:sldMk cId="4138327195" sldId="259"/>
        </pc:sldMkLst>
        <pc:spChg chg="add del mod">
          <ac:chgData name="John Ward" userId="4598b928247da06e" providerId="LiveId" clId="{2022529A-8ADA-4F8D-B35E-18DEE32D8C10}" dt="2025-11-25T04:52:38.531" v="4038" actId="478"/>
          <ac:spMkLst>
            <pc:docMk/>
            <pc:sldMk cId="4138327195" sldId="259"/>
            <ac:spMk id="4" creationId="{4E8A723B-E821-9C37-70E3-4C8F20B75B3C}"/>
          </ac:spMkLst>
        </pc:spChg>
        <pc:picChg chg="del mod">
          <ac:chgData name="John Ward" userId="4598b928247da06e" providerId="LiveId" clId="{2022529A-8ADA-4F8D-B35E-18DEE32D8C10}" dt="2025-11-25T04:52:09.597" v="4030" actId="478"/>
          <ac:picMkLst>
            <pc:docMk/>
            <pc:sldMk cId="4138327195" sldId="259"/>
            <ac:picMk id="5" creationId="{44CA7315-B294-3DDB-979E-B9B97D1C8F36}"/>
          </ac:picMkLst>
        </pc:picChg>
        <pc:picChg chg="add mod modCrop">
          <ac:chgData name="John Ward" userId="4598b928247da06e" providerId="LiveId" clId="{2022529A-8ADA-4F8D-B35E-18DEE32D8C10}" dt="2025-11-25T04:52:46.351" v="4040" actId="14100"/>
          <ac:picMkLst>
            <pc:docMk/>
            <pc:sldMk cId="4138327195" sldId="259"/>
            <ac:picMk id="7" creationId="{166885CF-102E-F47A-B4D8-635C0E64A8EF}"/>
          </ac:picMkLst>
        </pc:picChg>
      </pc:sldChg>
      <pc:sldChg chg="addSp delSp modSp mod">
        <pc:chgData name="John Ward" userId="4598b928247da06e" providerId="LiveId" clId="{2022529A-8ADA-4F8D-B35E-18DEE32D8C10}" dt="2025-11-25T04:58:33.276" v="4094" actId="1076"/>
        <pc:sldMkLst>
          <pc:docMk/>
          <pc:sldMk cId="2796413914" sldId="260"/>
        </pc:sldMkLst>
        <pc:spChg chg="add del mod">
          <ac:chgData name="John Ward" userId="4598b928247da06e" providerId="LiveId" clId="{2022529A-8ADA-4F8D-B35E-18DEE32D8C10}" dt="2025-11-25T04:57:57.902" v="4080" actId="478"/>
          <ac:spMkLst>
            <pc:docMk/>
            <pc:sldMk cId="2796413914" sldId="260"/>
            <ac:spMk id="4" creationId="{52B5069F-35F4-F0AC-D900-6A7510F94456}"/>
          </ac:spMkLst>
        </pc:spChg>
        <pc:picChg chg="del">
          <ac:chgData name="John Ward" userId="4598b928247da06e" providerId="LiveId" clId="{2022529A-8ADA-4F8D-B35E-18DEE32D8C10}" dt="2025-11-25T04:57:48.375" v="4079" actId="478"/>
          <ac:picMkLst>
            <pc:docMk/>
            <pc:sldMk cId="2796413914" sldId="260"/>
            <ac:picMk id="5" creationId="{D5C75BB6-39CE-40DB-455A-624F07D483C9}"/>
          </ac:picMkLst>
        </pc:picChg>
        <pc:picChg chg="add mod modCrop">
          <ac:chgData name="John Ward" userId="4598b928247da06e" providerId="LiveId" clId="{2022529A-8ADA-4F8D-B35E-18DEE32D8C10}" dt="2025-11-25T04:58:33.276" v="4094" actId="1076"/>
          <ac:picMkLst>
            <pc:docMk/>
            <pc:sldMk cId="2796413914" sldId="260"/>
            <ac:picMk id="7" creationId="{E61C99A6-8154-D72F-196E-2317796274DF}"/>
          </ac:picMkLst>
        </pc:picChg>
      </pc:sldChg>
      <pc:sldChg chg="modSp mod">
        <pc:chgData name="John Ward" userId="4598b928247da06e" providerId="LiveId" clId="{2022529A-8ADA-4F8D-B35E-18DEE32D8C10}" dt="2025-11-20T04:03:19.395" v="59" actId="6549"/>
        <pc:sldMkLst>
          <pc:docMk/>
          <pc:sldMk cId="1735843781" sldId="261"/>
        </pc:sldMkLst>
        <pc:graphicFrameChg chg="modGraphic">
          <ac:chgData name="John Ward" userId="4598b928247da06e" providerId="LiveId" clId="{2022529A-8ADA-4F8D-B35E-18DEE32D8C10}" dt="2025-11-20T04:03:19.395" v="59" actId="6549"/>
          <ac:graphicFrameMkLst>
            <pc:docMk/>
            <pc:sldMk cId="1735843781" sldId="261"/>
            <ac:graphicFrameMk id="4" creationId="{A6B62DB6-E4C3-CAA1-B964-1ADBFFFA1D50}"/>
          </ac:graphicFrameMkLst>
        </pc:graphicFrameChg>
      </pc:sldChg>
      <pc:sldChg chg="modSp mod">
        <pc:chgData name="John Ward" userId="4598b928247da06e" providerId="LiveId" clId="{2022529A-8ADA-4F8D-B35E-18DEE32D8C10}" dt="2025-11-20T21:49:17.555" v="580" actId="20577"/>
        <pc:sldMkLst>
          <pc:docMk/>
          <pc:sldMk cId="491929079" sldId="262"/>
        </pc:sldMkLst>
        <pc:spChg chg="mod">
          <ac:chgData name="John Ward" userId="4598b928247da06e" providerId="LiveId" clId="{2022529A-8ADA-4F8D-B35E-18DEE32D8C10}" dt="2025-11-20T21:49:17.555" v="580" actId="20577"/>
          <ac:spMkLst>
            <pc:docMk/>
            <pc:sldMk cId="491929079" sldId="262"/>
            <ac:spMk id="2" creationId="{189F1508-2DFD-A567-5302-5C78315194FD}"/>
          </ac:spMkLst>
        </pc:spChg>
        <pc:graphicFrameChg chg="modGraphic">
          <ac:chgData name="John Ward" userId="4598b928247da06e" providerId="LiveId" clId="{2022529A-8ADA-4F8D-B35E-18DEE32D8C10}" dt="2025-11-20T04:03:33.159" v="60" actId="6549"/>
          <ac:graphicFrameMkLst>
            <pc:docMk/>
            <pc:sldMk cId="491929079" sldId="262"/>
            <ac:graphicFrameMk id="8" creationId="{A2BF6D87-D0A2-EBF2-3576-324B88586A8E}"/>
          </ac:graphicFrameMkLst>
        </pc:graphicFrameChg>
      </pc:sldChg>
      <pc:sldChg chg="addSp delSp modSp mod">
        <pc:chgData name="John Ward" userId="4598b928247da06e" providerId="LiveId" clId="{2022529A-8ADA-4F8D-B35E-18DEE32D8C10}" dt="2025-11-25T15:59:50.784" v="4129" actId="3626"/>
        <pc:sldMkLst>
          <pc:docMk/>
          <pc:sldMk cId="1727147255" sldId="263"/>
        </pc:sldMkLst>
        <pc:spChg chg="mod">
          <ac:chgData name="John Ward" userId="4598b928247da06e" providerId="LiveId" clId="{2022529A-8ADA-4F8D-B35E-18DEE32D8C10}" dt="2025-11-22T05:51:40.277" v="1245" actId="313"/>
          <ac:spMkLst>
            <pc:docMk/>
            <pc:sldMk cId="1727147255" sldId="263"/>
            <ac:spMk id="2" creationId="{5A1E683A-009E-B561-2585-DFF393A32728}"/>
          </ac:spMkLst>
        </pc:spChg>
        <pc:spChg chg="mod">
          <ac:chgData name="John Ward" userId="4598b928247da06e" providerId="LiveId" clId="{2022529A-8ADA-4F8D-B35E-18DEE32D8C10}" dt="2025-11-20T21:45:29.094" v="568" actId="20577"/>
          <ac:spMkLst>
            <pc:docMk/>
            <pc:sldMk cId="1727147255" sldId="263"/>
            <ac:spMk id="3" creationId="{2821FE7D-2019-3026-E843-38A45BDDEAB4}"/>
          </ac:spMkLst>
        </pc:spChg>
        <pc:picChg chg="del">
          <ac:chgData name="John Ward" userId="4598b928247da06e" providerId="LiveId" clId="{2022529A-8ADA-4F8D-B35E-18DEE32D8C10}" dt="2025-11-25T00:54:33.588" v="2896" actId="478"/>
          <ac:picMkLst>
            <pc:docMk/>
            <pc:sldMk cId="1727147255" sldId="263"/>
            <ac:picMk id="5" creationId="{B7B4392A-ED69-3565-B5B0-BD7EEB4AB231}"/>
          </ac:picMkLst>
        </pc:picChg>
        <pc:picChg chg="add mod modCrop">
          <ac:chgData name="John Ward" userId="4598b928247da06e" providerId="LiveId" clId="{2022529A-8ADA-4F8D-B35E-18DEE32D8C10}" dt="2025-11-25T15:59:50.784" v="4129" actId="3626"/>
          <ac:picMkLst>
            <pc:docMk/>
            <pc:sldMk cId="1727147255" sldId="263"/>
            <ac:picMk id="6" creationId="{67B665D1-4FB3-CCCB-2756-7AF9C1E4ACCB}"/>
          </ac:picMkLst>
        </pc:picChg>
      </pc:sldChg>
      <pc:sldChg chg="addSp delSp modSp mod modAnim">
        <pc:chgData name="John Ward" userId="4598b928247da06e" providerId="LiveId" clId="{2022529A-8ADA-4F8D-B35E-18DEE32D8C10}" dt="2025-11-23T18:05:59.214" v="2372" actId="20577"/>
        <pc:sldMkLst>
          <pc:docMk/>
          <pc:sldMk cId="52113398" sldId="264"/>
        </pc:sldMkLst>
        <pc:spChg chg="mod">
          <ac:chgData name="John Ward" userId="4598b928247da06e" providerId="LiveId" clId="{2022529A-8ADA-4F8D-B35E-18DEE32D8C10}" dt="2025-11-22T05:52:21.171" v="1262" actId="20577"/>
          <ac:spMkLst>
            <pc:docMk/>
            <pc:sldMk cId="52113398" sldId="264"/>
            <ac:spMk id="2" creationId="{AE4A1548-65E0-E014-F010-0D8A33584266}"/>
          </ac:spMkLst>
        </pc:spChg>
        <pc:spChg chg="add mod">
          <ac:chgData name="John Ward" userId="4598b928247da06e" providerId="LiveId" clId="{2022529A-8ADA-4F8D-B35E-18DEE32D8C10}" dt="2025-11-21T19:28:25.802" v="1002" actId="14100"/>
          <ac:spMkLst>
            <pc:docMk/>
            <pc:sldMk cId="52113398" sldId="264"/>
            <ac:spMk id="4" creationId="{E78858D8-4369-F657-02A7-ED0010FC98B6}"/>
          </ac:spMkLst>
        </pc:spChg>
        <pc:graphicFrameChg chg="add mod modGraphic">
          <ac:chgData name="John Ward" userId="4598b928247da06e" providerId="LiveId" clId="{2022529A-8ADA-4F8D-B35E-18DEE32D8C10}" dt="2025-11-23T18:05:59.214" v="2372" actId="20577"/>
          <ac:graphicFrameMkLst>
            <pc:docMk/>
            <pc:sldMk cId="52113398" sldId="264"/>
            <ac:graphicFrameMk id="5" creationId="{FEB4848A-B9DF-E6FE-6B4C-B48D8695F068}"/>
          </ac:graphicFrameMkLst>
        </pc:graphicFrameChg>
      </pc:sldChg>
      <pc:sldChg chg="addSp delSp modSp add del mod">
        <pc:chgData name="John Ward" userId="4598b928247da06e" providerId="LiveId" clId="{2022529A-8ADA-4F8D-B35E-18DEE32D8C10}" dt="2025-11-25T04:54:21.934" v="4078" actId="47"/>
        <pc:sldMkLst>
          <pc:docMk/>
          <pc:sldMk cId="3133434205" sldId="266"/>
        </pc:sldMkLst>
      </pc:sldChg>
      <pc:sldChg chg="addSp delSp modSp add del mod">
        <pc:chgData name="John Ward" userId="4598b928247da06e" providerId="LiveId" clId="{2022529A-8ADA-4F8D-B35E-18DEE32D8C10}" dt="2025-11-25T05:00:34.565" v="4125" actId="47"/>
        <pc:sldMkLst>
          <pc:docMk/>
          <pc:sldMk cId="4133205560" sldId="267"/>
        </pc:sldMkLst>
      </pc:sldChg>
      <pc:sldChg chg="addSp delSp modSp add del mod">
        <pc:chgData name="John Ward" userId="4598b928247da06e" providerId="LiveId" clId="{2022529A-8ADA-4F8D-B35E-18DEE32D8C10}" dt="2025-11-25T04:49:30.415" v="4029" actId="47"/>
        <pc:sldMkLst>
          <pc:docMk/>
          <pc:sldMk cId="1021549151" sldId="268"/>
        </pc:sldMkLst>
      </pc:sldChg>
      <pc:sldChg chg="addSp modSp new mod setBg modAnim">
        <pc:chgData name="John Ward" userId="4598b928247da06e" providerId="LiveId" clId="{2022529A-8ADA-4F8D-B35E-18DEE32D8C10}" dt="2025-11-23T17:25:05.092" v="1264" actId="26606"/>
        <pc:sldMkLst>
          <pc:docMk/>
          <pc:sldMk cId="87500090" sldId="269"/>
        </pc:sldMkLst>
        <pc:spChg chg="mod">
          <ac:chgData name="John Ward" userId="4598b928247da06e" providerId="LiveId" clId="{2022529A-8ADA-4F8D-B35E-18DEE32D8C10}" dt="2025-11-23T17:25:05.092" v="1264" actId="26606"/>
          <ac:spMkLst>
            <pc:docMk/>
            <pc:sldMk cId="87500090" sldId="269"/>
            <ac:spMk id="2" creationId="{8C6A4730-A8C8-5F91-8B20-3F19B64001C7}"/>
          </ac:spMkLst>
        </pc:spChg>
        <pc:spChg chg="mod">
          <ac:chgData name="John Ward" userId="4598b928247da06e" providerId="LiveId" clId="{2022529A-8ADA-4F8D-B35E-18DEE32D8C10}" dt="2025-11-23T17:25:05.092" v="1264" actId="26606"/>
          <ac:spMkLst>
            <pc:docMk/>
            <pc:sldMk cId="87500090" sldId="269"/>
            <ac:spMk id="3" creationId="{807DCDB6-C023-69F5-749A-62038FB40CB8}"/>
          </ac:spMkLst>
        </pc:spChg>
        <pc:spChg chg="add">
          <ac:chgData name="John Ward" userId="4598b928247da06e" providerId="LiveId" clId="{2022529A-8ADA-4F8D-B35E-18DEE32D8C10}" dt="2025-11-23T17:25:05.092" v="1264" actId="26606"/>
          <ac:spMkLst>
            <pc:docMk/>
            <pc:sldMk cId="87500090" sldId="269"/>
            <ac:spMk id="8" creationId="{18873D23-2DCF-4B31-A009-95721C06E8E1}"/>
          </ac:spMkLst>
        </pc:spChg>
        <pc:spChg chg="add">
          <ac:chgData name="John Ward" userId="4598b928247da06e" providerId="LiveId" clId="{2022529A-8ADA-4F8D-B35E-18DEE32D8C10}" dt="2025-11-23T17:25:05.092" v="1264" actId="26606"/>
          <ac:spMkLst>
            <pc:docMk/>
            <pc:sldMk cId="87500090" sldId="269"/>
            <ac:spMk id="10" creationId="{C13EF075-D4EF-4929-ADBC-91B27DA19955}"/>
          </ac:spMkLst>
        </pc:spChg>
        <pc:grpChg chg="add">
          <ac:chgData name="John Ward" userId="4598b928247da06e" providerId="LiveId" clId="{2022529A-8ADA-4F8D-B35E-18DEE32D8C10}" dt="2025-11-23T17:25:05.092" v="1264" actId="26606"/>
          <ac:grpSpMkLst>
            <pc:docMk/>
            <pc:sldMk cId="87500090" sldId="269"/>
            <ac:grpSpMk id="12" creationId="{DAA26DFA-AAB2-4973-9C17-16D587C7B198}"/>
          </ac:grpSpMkLst>
        </pc:grpChg>
      </pc:sldChg>
      <pc:sldChg chg="modSp add">
        <pc:chgData name="John Ward" userId="4598b928247da06e" providerId="LiveId" clId="{2022529A-8ADA-4F8D-B35E-18DEE32D8C10}" dt="2025-11-23T18:17:01.411" v="2735" actId="20577"/>
        <pc:sldMkLst>
          <pc:docMk/>
          <pc:sldMk cId="250207813" sldId="270"/>
        </pc:sldMkLst>
        <pc:spChg chg="mod">
          <ac:chgData name="John Ward" userId="4598b928247da06e" providerId="LiveId" clId="{2022529A-8ADA-4F8D-B35E-18DEE32D8C10}" dt="2025-11-23T18:17:01.411" v="2735" actId="20577"/>
          <ac:spMkLst>
            <pc:docMk/>
            <pc:sldMk cId="250207813" sldId="270"/>
            <ac:spMk id="2" creationId="{96BF7EBA-A32B-98F1-2249-9C8BF880DDC0}"/>
          </ac:spMkLst>
        </pc:spChg>
      </pc:sldChg>
      <pc:sldChg chg="addSp delSp modSp new mod modAnim modShow">
        <pc:chgData name="John Ward" userId="4598b928247da06e" providerId="LiveId" clId="{2022529A-8ADA-4F8D-B35E-18DEE32D8C10}" dt="2025-11-25T15:57:26.160" v="4126" actId="729"/>
        <pc:sldMkLst>
          <pc:docMk/>
          <pc:sldMk cId="2019937437" sldId="271"/>
        </pc:sldMkLst>
        <pc:spChg chg="mod">
          <ac:chgData name="John Ward" userId="4598b928247da06e" providerId="LiveId" clId="{2022529A-8ADA-4F8D-B35E-18DEE32D8C10}" dt="2025-11-23T17:25:24.779" v="1285" actId="20577"/>
          <ac:spMkLst>
            <pc:docMk/>
            <pc:sldMk cId="2019937437" sldId="271"/>
            <ac:spMk id="2" creationId="{BFF9878D-D94D-6729-F45D-616B00580445}"/>
          </ac:spMkLst>
        </pc:spChg>
        <pc:spChg chg="del">
          <ac:chgData name="John Ward" userId="4598b928247da06e" providerId="LiveId" clId="{2022529A-8ADA-4F8D-B35E-18DEE32D8C10}" dt="2025-11-25T01:22:19.601" v="3978" actId="478"/>
          <ac:spMkLst>
            <pc:docMk/>
            <pc:sldMk cId="2019937437" sldId="271"/>
            <ac:spMk id="3" creationId="{F388E4C5-3671-F5C5-D0F5-77D47FDD7731}"/>
          </ac:spMkLst>
        </pc:spChg>
        <pc:spChg chg="add">
          <ac:chgData name="John Ward" userId="4598b928247da06e" providerId="LiveId" clId="{2022529A-8ADA-4F8D-B35E-18DEE32D8C10}" dt="2025-11-23T17:29:12.880" v="1312" actId="11529"/>
          <ac:spMkLst>
            <pc:docMk/>
            <pc:sldMk cId="2019937437" sldId="271"/>
            <ac:spMk id="10" creationId="{FC5760A7-720B-C375-C3B8-8D011DFCF584}"/>
          </ac:spMkLst>
        </pc:spChg>
        <pc:spChg chg="add mod">
          <ac:chgData name="John Ward" userId="4598b928247da06e" providerId="LiveId" clId="{2022529A-8ADA-4F8D-B35E-18DEE32D8C10}" dt="2025-11-23T17:31:29.233" v="1320" actId="1076"/>
          <ac:spMkLst>
            <pc:docMk/>
            <pc:sldMk cId="2019937437" sldId="271"/>
            <ac:spMk id="12" creationId="{169455E5-1264-355B-8B00-7C3BC864B16C}"/>
          </ac:spMkLst>
        </pc:spChg>
        <pc:picChg chg="add del mod modCrop">
          <ac:chgData name="John Ward" userId="4598b928247da06e" providerId="LiveId" clId="{2022529A-8ADA-4F8D-B35E-18DEE32D8C10}" dt="2025-11-25T00:48:20.260" v="2837" actId="478"/>
          <ac:picMkLst>
            <pc:docMk/>
            <pc:sldMk cId="2019937437" sldId="271"/>
            <ac:picMk id="5" creationId="{EB0A99F2-D953-DE7F-7106-3C2D1970140C}"/>
          </ac:picMkLst>
        </pc:picChg>
        <pc:picChg chg="add mod modCrop">
          <ac:chgData name="John Ward" userId="4598b928247da06e" providerId="LiveId" clId="{2022529A-8ADA-4F8D-B35E-18DEE32D8C10}" dt="2025-11-25T00:51:07.868" v="2866" actId="732"/>
          <ac:picMkLst>
            <pc:docMk/>
            <pc:sldMk cId="2019937437" sldId="271"/>
            <ac:picMk id="6" creationId="{D0601275-8AB2-7449-D401-EAA318C9F01F}"/>
          </ac:picMkLst>
        </pc:picChg>
        <pc:picChg chg="add del mod modCrop">
          <ac:chgData name="John Ward" userId="4598b928247da06e" providerId="LiveId" clId="{2022529A-8ADA-4F8D-B35E-18DEE32D8C10}" dt="2025-11-25T00:51:33.035" v="2870" actId="478"/>
          <ac:picMkLst>
            <pc:docMk/>
            <pc:sldMk cId="2019937437" sldId="271"/>
            <ac:picMk id="7" creationId="{1B9BE6B6-A31C-4ED9-A44F-5F19171A6FA4}"/>
          </ac:picMkLst>
        </pc:picChg>
        <pc:picChg chg="add del mod modCrop">
          <ac:chgData name="John Ward" userId="4598b928247da06e" providerId="LiveId" clId="{2022529A-8ADA-4F8D-B35E-18DEE32D8C10}" dt="2025-11-25T00:50:15.110" v="2856" actId="478"/>
          <ac:picMkLst>
            <pc:docMk/>
            <pc:sldMk cId="2019937437" sldId="271"/>
            <ac:picMk id="9" creationId="{EADF25C2-C660-DE88-81DE-84CBEBD310B7}"/>
          </ac:picMkLst>
        </pc:picChg>
        <pc:picChg chg="add mod modCrop">
          <ac:chgData name="John Ward" userId="4598b928247da06e" providerId="LiveId" clId="{2022529A-8ADA-4F8D-B35E-18DEE32D8C10}" dt="2025-11-25T00:51:43.347" v="2871" actId="1076"/>
          <ac:picMkLst>
            <pc:docMk/>
            <pc:sldMk cId="2019937437" sldId="271"/>
            <ac:picMk id="11" creationId="{4E251B8D-50C7-D3BD-C636-B7C71FA1B62E}"/>
          </ac:picMkLst>
        </pc:picChg>
        <pc:picChg chg="add mod modCrop">
          <ac:chgData name="John Ward" userId="4598b928247da06e" providerId="LiveId" clId="{2022529A-8ADA-4F8D-B35E-18DEE32D8C10}" dt="2025-11-25T00:52:10.933" v="2876" actId="1076"/>
          <ac:picMkLst>
            <pc:docMk/>
            <pc:sldMk cId="2019937437" sldId="271"/>
            <ac:picMk id="14" creationId="{1815B324-83B9-1A02-98A5-7A377A758B3F}"/>
          </ac:picMkLst>
        </pc:picChg>
      </pc:sldChg>
      <pc:sldChg chg="addSp delSp modSp add del mod modAnim">
        <pc:chgData name="John Ward" userId="4598b928247da06e" providerId="LiveId" clId="{2022529A-8ADA-4F8D-B35E-18DEE32D8C10}" dt="2025-11-25T00:54:20.212" v="2895" actId="47"/>
        <pc:sldMkLst>
          <pc:docMk/>
          <pc:sldMk cId="2539457013" sldId="272"/>
        </pc:sldMkLst>
      </pc:sldChg>
      <pc:sldChg chg="addSp modSp new mod modClrScheme modAnim chgLayout">
        <pc:chgData name="John Ward" userId="4598b928247da06e" providerId="LiveId" clId="{2022529A-8ADA-4F8D-B35E-18DEE32D8C10}" dt="2025-11-23T18:33:08.334" v="2785" actId="20577"/>
        <pc:sldMkLst>
          <pc:docMk/>
          <pc:sldMk cId="2395946527" sldId="273"/>
        </pc:sldMkLst>
        <pc:spChg chg="mod ord">
          <ac:chgData name="John Ward" userId="4598b928247da06e" providerId="LiveId" clId="{2022529A-8ADA-4F8D-B35E-18DEE32D8C10}" dt="2025-11-23T17:45:20.749" v="1564" actId="5793"/>
          <ac:spMkLst>
            <pc:docMk/>
            <pc:sldMk cId="2395946527" sldId="273"/>
            <ac:spMk id="2" creationId="{DCB76EC4-151D-27AD-009B-0FB7B5A67392}"/>
          </ac:spMkLst>
        </pc:spChg>
        <pc:spChg chg="mod ord">
          <ac:chgData name="John Ward" userId="4598b928247da06e" providerId="LiveId" clId="{2022529A-8ADA-4F8D-B35E-18DEE32D8C10}" dt="2025-11-23T18:33:08.334" v="2785" actId="20577"/>
          <ac:spMkLst>
            <pc:docMk/>
            <pc:sldMk cId="2395946527" sldId="273"/>
            <ac:spMk id="3" creationId="{635A3429-2CAC-2D53-269C-DD52D2361789}"/>
          </ac:spMkLst>
        </pc:spChg>
        <pc:spChg chg="add mod ord">
          <ac:chgData name="John Ward" userId="4598b928247da06e" providerId="LiveId" clId="{2022529A-8ADA-4F8D-B35E-18DEE32D8C10}" dt="2025-11-23T17:44:29.222" v="1544" actId="700"/>
          <ac:spMkLst>
            <pc:docMk/>
            <pc:sldMk cId="2395946527" sldId="273"/>
            <ac:spMk id="5" creationId="{315DF589-AA40-1013-3CC3-6EFFF7C15DBC}"/>
          </ac:spMkLst>
        </pc:spChg>
        <pc:graphicFrameChg chg="add mod modGraphic">
          <ac:chgData name="John Ward" userId="4598b928247da06e" providerId="LiveId" clId="{2022529A-8ADA-4F8D-B35E-18DEE32D8C10}" dt="2025-11-23T17:45:55.398" v="1574" actId="20577"/>
          <ac:graphicFrameMkLst>
            <pc:docMk/>
            <pc:sldMk cId="2395946527" sldId="273"/>
            <ac:graphicFrameMk id="4" creationId="{4C1591F5-B23B-ED3B-1B28-685AC3BBD7A0}"/>
          </ac:graphicFrameMkLst>
        </pc:graphicFrameChg>
      </pc:sldChg>
      <pc:sldChg chg="addSp delSp modSp new mod modClrScheme chgLayout">
        <pc:chgData name="John Ward" userId="4598b928247da06e" providerId="LiveId" clId="{2022529A-8ADA-4F8D-B35E-18DEE32D8C10}" dt="2025-11-25T01:23:03.380" v="3995" actId="20577"/>
        <pc:sldMkLst>
          <pc:docMk/>
          <pc:sldMk cId="4172809150" sldId="274"/>
        </pc:sldMkLst>
        <pc:spChg chg="add mod ord">
          <ac:chgData name="John Ward" userId="4598b928247da06e" providerId="LiveId" clId="{2022529A-8ADA-4F8D-B35E-18DEE32D8C10}" dt="2025-11-25T00:57:18.485" v="2939" actId="20577"/>
          <ac:spMkLst>
            <pc:docMk/>
            <pc:sldMk cId="4172809150" sldId="274"/>
            <ac:spMk id="5" creationId="{D109034F-FC87-04F1-1BB1-16D9384E6517}"/>
          </ac:spMkLst>
        </pc:spChg>
        <pc:spChg chg="add mod ord">
          <ac:chgData name="John Ward" userId="4598b928247da06e" providerId="LiveId" clId="{2022529A-8ADA-4F8D-B35E-18DEE32D8C10}" dt="2025-11-25T01:23:03.380" v="3995" actId="20577"/>
          <ac:spMkLst>
            <pc:docMk/>
            <pc:sldMk cId="4172809150" sldId="274"/>
            <ac:spMk id="6" creationId="{DB2729EA-AB5F-13FD-DB87-D4BF348B7A3C}"/>
          </ac:spMkLst>
        </pc:spChg>
      </pc:sldChg>
      <pc:sldChg chg="modSp add del mod">
        <pc:chgData name="John Ward" userId="4598b928247da06e" providerId="LiveId" clId="{2022529A-8ADA-4F8D-B35E-18DEE32D8C10}" dt="2025-11-25T01:14:04.198" v="3762" actId="47"/>
        <pc:sldMkLst>
          <pc:docMk/>
          <pc:sldMk cId="1189983115" sldId="275"/>
        </pc:sldMkLst>
      </pc:sldChg>
      <pc:sldChg chg="modSp add del mod">
        <pc:chgData name="John Ward" userId="4598b928247da06e" providerId="LiveId" clId="{2022529A-8ADA-4F8D-B35E-18DEE32D8C10}" dt="2025-11-25T01:14:08.911" v="3763" actId="47"/>
        <pc:sldMkLst>
          <pc:docMk/>
          <pc:sldMk cId="4126681074" sldId="276"/>
        </pc:sldMkLst>
      </pc:sldChg>
      <pc:sldChg chg="modSp new mod modAnim">
        <pc:chgData name="John Ward" userId="4598b928247da06e" providerId="LiveId" clId="{2022529A-8ADA-4F8D-B35E-18DEE32D8C10}" dt="2025-11-25T01:21:28.207" v="3977" actId="20577"/>
        <pc:sldMkLst>
          <pc:docMk/>
          <pc:sldMk cId="1705295036" sldId="277"/>
        </pc:sldMkLst>
        <pc:spChg chg="mod">
          <ac:chgData name="John Ward" userId="4598b928247da06e" providerId="LiveId" clId="{2022529A-8ADA-4F8D-B35E-18DEE32D8C10}" dt="2025-11-23T18:02:47.351" v="2189" actId="313"/>
          <ac:spMkLst>
            <pc:docMk/>
            <pc:sldMk cId="1705295036" sldId="277"/>
            <ac:spMk id="2" creationId="{B83FE01C-F098-12A0-229F-FD3531D8B235}"/>
          </ac:spMkLst>
        </pc:spChg>
        <pc:spChg chg="mod">
          <ac:chgData name="John Ward" userId="4598b928247da06e" providerId="LiveId" clId="{2022529A-8ADA-4F8D-B35E-18DEE32D8C10}" dt="2025-11-25T01:21:28.207" v="3977" actId="20577"/>
          <ac:spMkLst>
            <pc:docMk/>
            <pc:sldMk cId="1705295036" sldId="277"/>
            <ac:spMk id="3" creationId="{E1BDB1DC-CFAE-B3D7-ED77-124FDDBE855F}"/>
          </ac:spMkLst>
        </pc:spChg>
      </pc:sldChg>
      <pc:sldChg chg="addSp delSp modSp add mod modShow">
        <pc:chgData name="John Ward" userId="4598b928247da06e" providerId="LiveId" clId="{2022529A-8ADA-4F8D-B35E-18DEE32D8C10}" dt="2025-11-25T00:52:27.917" v="2877" actId="729"/>
        <pc:sldMkLst>
          <pc:docMk/>
          <pc:sldMk cId="3949667983" sldId="278"/>
        </pc:sldMkLst>
        <pc:picChg chg="del">
          <ac:chgData name="John Ward" userId="4598b928247da06e" providerId="LiveId" clId="{2022529A-8ADA-4F8D-B35E-18DEE32D8C10}" dt="2025-11-25T00:45:13.021" v="2826" actId="478"/>
          <ac:picMkLst>
            <pc:docMk/>
            <pc:sldMk cId="3949667983" sldId="278"/>
            <ac:picMk id="5" creationId="{BC281453-21D6-142A-D044-F53BD557EDC2}"/>
          </ac:picMkLst>
        </pc:picChg>
        <pc:picChg chg="add mod modCrop">
          <ac:chgData name="John Ward" userId="4598b928247da06e" providerId="LiveId" clId="{2022529A-8ADA-4F8D-B35E-18DEE32D8C10}" dt="2025-11-25T00:46:06.552" v="2836" actId="1076"/>
          <ac:picMkLst>
            <pc:docMk/>
            <pc:sldMk cId="3949667983" sldId="278"/>
            <ac:picMk id="6" creationId="{228626AB-D128-8D89-FF48-980ABDB951E1}"/>
          </ac:picMkLst>
        </pc:picChg>
      </pc:sldChg>
      <pc:sldChg chg="addSp delSp modSp add mod modShow">
        <pc:chgData name="John Ward" userId="4598b928247da06e" providerId="LiveId" clId="{2022529A-8ADA-4F8D-B35E-18DEE32D8C10}" dt="2025-11-25T15:57:33.868" v="4127" actId="729"/>
        <pc:sldMkLst>
          <pc:docMk/>
          <pc:sldMk cId="3002384265" sldId="279"/>
        </pc:sldMkLst>
        <pc:spChg chg="add del">
          <ac:chgData name="John Ward" userId="4598b928247da06e" providerId="LiveId" clId="{2022529A-8ADA-4F8D-B35E-18DEE32D8C10}" dt="2025-11-25T01:22:27.618" v="3979" actId="478"/>
          <ac:spMkLst>
            <pc:docMk/>
            <pc:sldMk cId="3002384265" sldId="279"/>
            <ac:spMk id="3" creationId="{CEEDA27F-53ED-0A46-6777-08BE7A1EAFCA}"/>
          </ac:spMkLst>
        </pc:spChg>
        <pc:spChg chg="add mod">
          <ac:chgData name="John Ward" userId="4598b928247da06e" providerId="LiveId" clId="{2022529A-8ADA-4F8D-B35E-18DEE32D8C10}" dt="2025-11-25T00:53:06.659" v="2881"/>
          <ac:spMkLst>
            <pc:docMk/>
            <pc:sldMk cId="3002384265" sldId="279"/>
            <ac:spMk id="4" creationId="{83407957-6068-271E-E7A5-2D9F53DD0248}"/>
          </ac:spMkLst>
        </pc:spChg>
        <pc:spChg chg="add mod">
          <ac:chgData name="John Ward" userId="4598b928247da06e" providerId="LiveId" clId="{2022529A-8ADA-4F8D-B35E-18DEE32D8C10}" dt="2025-11-25T00:53:14.355" v="2883" actId="1076"/>
          <ac:spMkLst>
            <pc:docMk/>
            <pc:sldMk cId="3002384265" sldId="279"/>
            <ac:spMk id="5" creationId="{B739F9FF-9D52-3574-E139-9FC79B374854}"/>
          </ac:spMkLst>
        </pc:spChg>
        <pc:spChg chg="del">
          <ac:chgData name="John Ward" userId="4598b928247da06e" providerId="LiveId" clId="{2022529A-8ADA-4F8D-B35E-18DEE32D8C10}" dt="2025-11-25T00:52:50.902" v="2879" actId="478"/>
          <ac:spMkLst>
            <pc:docMk/>
            <pc:sldMk cId="3002384265" sldId="279"/>
            <ac:spMk id="12" creationId="{3EDE3525-E111-CA28-0E42-6DEAF04FB6A9}"/>
          </ac:spMkLst>
        </pc:spChg>
        <pc:picChg chg="add mod modCrop">
          <ac:chgData name="John Ward" userId="4598b928247da06e" providerId="LiveId" clId="{2022529A-8ADA-4F8D-B35E-18DEE32D8C10}" dt="2025-11-25T00:54:10.715" v="2894" actId="1076"/>
          <ac:picMkLst>
            <pc:docMk/>
            <pc:sldMk cId="3002384265" sldId="279"/>
            <ac:picMk id="8" creationId="{CDD83DE5-A8D8-DCEC-1794-60B8CBF88FD1}"/>
          </ac:picMkLst>
        </pc:picChg>
        <pc:picChg chg="del">
          <ac:chgData name="John Ward" userId="4598b928247da06e" providerId="LiveId" clId="{2022529A-8ADA-4F8D-B35E-18DEE32D8C10}" dt="2025-11-25T00:53:23.160" v="2884" actId="478"/>
          <ac:picMkLst>
            <pc:docMk/>
            <pc:sldMk cId="3002384265" sldId="279"/>
            <ac:picMk id="14" creationId="{5838702B-CB47-1BA5-0A4C-DE1B2375894D}"/>
          </ac:picMkLst>
        </pc:picChg>
      </pc:sldChg>
      <pc:sldChg chg="add del">
        <pc:chgData name="John Ward" userId="4598b928247da06e" providerId="LiveId" clId="{2022529A-8ADA-4F8D-B35E-18DEE32D8C10}" dt="2025-11-25T01:13:58.248" v="3761" actId="47"/>
        <pc:sldMkLst>
          <pc:docMk/>
          <pc:sldMk cId="320732695" sldId="280"/>
        </pc:sldMkLst>
      </pc:sldChg>
      <pc:sldChg chg="modSp add mod">
        <pc:chgData name="John Ward" userId="4598b928247da06e" providerId="LiveId" clId="{2022529A-8ADA-4F8D-B35E-18DEE32D8C10}" dt="2025-11-25T01:23:35.287" v="4004" actId="20577"/>
        <pc:sldMkLst>
          <pc:docMk/>
          <pc:sldMk cId="1019603447" sldId="281"/>
        </pc:sldMkLst>
        <pc:spChg chg="mod">
          <ac:chgData name="John Ward" userId="4598b928247da06e" providerId="LiveId" clId="{2022529A-8ADA-4F8D-B35E-18DEE32D8C10}" dt="2025-11-25T01:23:35.287" v="4004" actId="20577"/>
          <ac:spMkLst>
            <pc:docMk/>
            <pc:sldMk cId="1019603447" sldId="281"/>
            <ac:spMk id="6" creationId="{6BCCCA7E-CD27-D9E0-DAFD-FC64740C1695}"/>
          </ac:spMkLst>
        </pc:spChg>
      </pc:sldChg>
      <pc:sldChg chg="modSp add mod">
        <pc:chgData name="John Ward" userId="4598b928247da06e" providerId="LiveId" clId="{2022529A-8ADA-4F8D-B35E-18DEE32D8C10}" dt="2025-11-25T01:13:44.693" v="3760" actId="20577"/>
        <pc:sldMkLst>
          <pc:docMk/>
          <pc:sldMk cId="2706180941" sldId="282"/>
        </pc:sldMkLst>
        <pc:spChg chg="mod">
          <ac:chgData name="John Ward" userId="4598b928247da06e" providerId="LiveId" clId="{2022529A-8ADA-4F8D-B35E-18DEE32D8C10}" dt="2025-11-25T01:09:23.752" v="3559" actId="20577"/>
          <ac:spMkLst>
            <pc:docMk/>
            <pc:sldMk cId="2706180941" sldId="282"/>
            <ac:spMk id="5" creationId="{687BA407-3250-8D04-DD11-612F8070A75D}"/>
          </ac:spMkLst>
        </pc:spChg>
        <pc:spChg chg="mod">
          <ac:chgData name="John Ward" userId="4598b928247da06e" providerId="LiveId" clId="{2022529A-8ADA-4F8D-B35E-18DEE32D8C10}" dt="2025-11-25T01:13:44.693" v="3760" actId="20577"/>
          <ac:spMkLst>
            <pc:docMk/>
            <pc:sldMk cId="2706180941" sldId="282"/>
            <ac:spMk id="6" creationId="{12F66BD3-E4C3-F2FA-A21A-9282C2AA801A}"/>
          </ac:spMkLst>
        </pc:spChg>
      </pc:sldChg>
      <pc:sldChg chg="modSp add">
        <pc:chgData name="John Ward" userId="4598b928247da06e" providerId="LiveId" clId="{2022529A-8ADA-4F8D-B35E-18DEE32D8C10}" dt="2025-11-25T01:15:58.498" v="3815" actId="20577"/>
        <pc:sldMkLst>
          <pc:docMk/>
          <pc:sldMk cId="4080688274" sldId="283"/>
        </pc:sldMkLst>
        <pc:spChg chg="mod">
          <ac:chgData name="John Ward" userId="4598b928247da06e" providerId="LiveId" clId="{2022529A-8ADA-4F8D-B35E-18DEE32D8C10}" dt="2025-11-25T01:14:54.911" v="3790" actId="20577"/>
          <ac:spMkLst>
            <pc:docMk/>
            <pc:sldMk cId="4080688274" sldId="283"/>
            <ac:spMk id="5" creationId="{A01A5033-398A-66AD-6EC5-79A81C9DF161}"/>
          </ac:spMkLst>
        </pc:spChg>
        <pc:spChg chg="mod">
          <ac:chgData name="John Ward" userId="4598b928247da06e" providerId="LiveId" clId="{2022529A-8ADA-4F8D-B35E-18DEE32D8C10}" dt="2025-11-25T01:15:58.498" v="3815" actId="20577"/>
          <ac:spMkLst>
            <pc:docMk/>
            <pc:sldMk cId="4080688274" sldId="283"/>
            <ac:spMk id="6" creationId="{5C8680D5-B66B-BA9C-8036-4CCC410958C6}"/>
          </ac:spMkLst>
        </pc:spChg>
      </pc:sldChg>
      <pc:sldChg chg="modSp add mod">
        <pc:chgData name="John Ward" userId="4598b928247da06e" providerId="LiveId" clId="{2022529A-8ADA-4F8D-B35E-18DEE32D8C10}" dt="2025-11-25T01:19:23.563" v="3909" actId="255"/>
        <pc:sldMkLst>
          <pc:docMk/>
          <pc:sldMk cId="2491924431" sldId="284"/>
        </pc:sldMkLst>
        <pc:spChg chg="mod">
          <ac:chgData name="John Ward" userId="4598b928247da06e" providerId="LiveId" clId="{2022529A-8ADA-4F8D-B35E-18DEE32D8C10}" dt="2025-11-25T01:16:26.634" v="3827" actId="20577"/>
          <ac:spMkLst>
            <pc:docMk/>
            <pc:sldMk cId="2491924431" sldId="284"/>
            <ac:spMk id="5" creationId="{91D8CEDA-A5D5-07F4-4203-30416EFE6B28}"/>
          </ac:spMkLst>
        </pc:spChg>
        <pc:spChg chg="mod">
          <ac:chgData name="John Ward" userId="4598b928247da06e" providerId="LiveId" clId="{2022529A-8ADA-4F8D-B35E-18DEE32D8C10}" dt="2025-11-25T01:19:23.563" v="3909" actId="255"/>
          <ac:spMkLst>
            <pc:docMk/>
            <pc:sldMk cId="2491924431" sldId="284"/>
            <ac:spMk id="6" creationId="{7F1E38AA-02F6-CF65-160B-2DAE7E555D35}"/>
          </ac:spMkLst>
        </pc:spChg>
      </pc:sldChg>
      <pc:sldChg chg="addSp delSp modSp add mod">
        <pc:chgData name="John Ward" userId="4598b928247da06e" providerId="LiveId" clId="{2022529A-8ADA-4F8D-B35E-18DEE32D8C10}" dt="2025-11-25T04:42:53.663" v="4015" actId="14100"/>
        <pc:sldMkLst>
          <pc:docMk/>
          <pc:sldMk cId="1748388398" sldId="285"/>
        </pc:sldMkLst>
        <pc:picChg chg="del">
          <ac:chgData name="John Ward" userId="4598b928247da06e" providerId="LiveId" clId="{2022529A-8ADA-4F8D-B35E-18DEE32D8C10}" dt="2025-11-25T04:42:17.602" v="4006" actId="478"/>
          <ac:picMkLst>
            <pc:docMk/>
            <pc:sldMk cId="1748388398" sldId="285"/>
            <ac:picMk id="5" creationId="{4C2033F4-22D7-34BB-4034-CAD018B18DC9}"/>
          </ac:picMkLst>
        </pc:picChg>
        <pc:picChg chg="add mod modCrop">
          <ac:chgData name="John Ward" userId="4598b928247da06e" providerId="LiveId" clId="{2022529A-8ADA-4F8D-B35E-18DEE32D8C10}" dt="2025-11-25T04:42:53.663" v="4015" actId="14100"/>
          <ac:picMkLst>
            <pc:docMk/>
            <pc:sldMk cId="1748388398" sldId="285"/>
            <ac:picMk id="6" creationId="{000040D9-4F98-E616-737F-CCD36DE5719A}"/>
          </ac:picMkLst>
        </pc:picChg>
      </pc:sldChg>
      <pc:sldChg chg="addSp delSp modSp add mod">
        <pc:chgData name="John Ward" userId="4598b928247da06e" providerId="LiveId" clId="{2022529A-8ADA-4F8D-B35E-18DEE32D8C10}" dt="2025-11-25T04:49:01.952" v="4027" actId="1076"/>
        <pc:sldMkLst>
          <pc:docMk/>
          <pc:sldMk cId="3661578411" sldId="286"/>
        </pc:sldMkLst>
        <pc:picChg chg="add mod modCrop">
          <ac:chgData name="John Ward" userId="4598b928247da06e" providerId="LiveId" clId="{2022529A-8ADA-4F8D-B35E-18DEE32D8C10}" dt="2025-11-25T04:49:01.952" v="4027" actId="1076"/>
          <ac:picMkLst>
            <pc:docMk/>
            <pc:sldMk cId="3661578411" sldId="286"/>
            <ac:picMk id="5" creationId="{5DFDFCC5-90F8-B2C7-2AB2-848A48C32E9F}"/>
          </ac:picMkLst>
        </pc:picChg>
        <pc:picChg chg="del">
          <ac:chgData name="John Ward" userId="4598b928247da06e" providerId="LiveId" clId="{2022529A-8ADA-4F8D-B35E-18DEE32D8C10}" dt="2025-11-25T04:48:23.933" v="4017" actId="478"/>
          <ac:picMkLst>
            <pc:docMk/>
            <pc:sldMk cId="3661578411" sldId="286"/>
            <ac:picMk id="6" creationId="{32B93C62-82C0-8C38-862B-6CE463A7D89F}"/>
          </ac:picMkLst>
        </pc:picChg>
      </pc:sldChg>
      <pc:sldChg chg="addSp delSp modSp add mod">
        <pc:chgData name="John Ward" userId="4598b928247da06e" providerId="LiveId" clId="{2022529A-8ADA-4F8D-B35E-18DEE32D8C10}" dt="2025-11-25T04:54:03.820" v="4077" actId="1037"/>
        <pc:sldMkLst>
          <pc:docMk/>
          <pc:sldMk cId="2273634338" sldId="287"/>
        </pc:sldMkLst>
        <pc:picChg chg="add mod modCrop">
          <ac:chgData name="John Ward" userId="4598b928247da06e" providerId="LiveId" clId="{2022529A-8ADA-4F8D-B35E-18DEE32D8C10}" dt="2025-11-25T04:54:03.820" v="4077" actId="1037"/>
          <ac:picMkLst>
            <pc:docMk/>
            <pc:sldMk cId="2273634338" sldId="287"/>
            <ac:picMk id="4" creationId="{15A3C630-B747-8B22-F1FC-6C76B1C2E030}"/>
          </ac:picMkLst>
        </pc:picChg>
        <pc:picChg chg="del">
          <ac:chgData name="John Ward" userId="4598b928247da06e" providerId="LiveId" clId="{2022529A-8ADA-4F8D-B35E-18DEE32D8C10}" dt="2025-11-25T04:53:08.055" v="4042" actId="478"/>
          <ac:picMkLst>
            <pc:docMk/>
            <pc:sldMk cId="2273634338" sldId="287"/>
            <ac:picMk id="7" creationId="{AD732DC9-042E-DC84-7CA8-0EF2342A4D85}"/>
          </ac:picMkLst>
        </pc:picChg>
      </pc:sldChg>
      <pc:sldChg chg="addSp delSp modSp add mod">
        <pc:chgData name="John Ward" userId="4598b928247da06e" providerId="LiveId" clId="{2022529A-8ADA-4F8D-B35E-18DEE32D8C10}" dt="2025-11-25T05:00:28.141" v="4124" actId="1037"/>
        <pc:sldMkLst>
          <pc:docMk/>
          <pc:sldMk cId="753592449" sldId="288"/>
        </pc:sldMkLst>
        <pc:picChg chg="add mod modCrop">
          <ac:chgData name="John Ward" userId="4598b928247da06e" providerId="LiveId" clId="{2022529A-8ADA-4F8D-B35E-18DEE32D8C10}" dt="2025-11-25T05:00:28.141" v="4124" actId="1037"/>
          <ac:picMkLst>
            <pc:docMk/>
            <pc:sldMk cId="753592449" sldId="288"/>
            <ac:picMk id="4" creationId="{314F931F-30B9-0F7F-FCFC-A90F2F794063}"/>
          </ac:picMkLst>
        </pc:picChg>
        <pc:picChg chg="del">
          <ac:chgData name="John Ward" userId="4598b928247da06e" providerId="LiveId" clId="{2022529A-8ADA-4F8D-B35E-18DEE32D8C10}" dt="2025-11-25T04:59:21.598" v="4096" actId="478"/>
          <ac:picMkLst>
            <pc:docMk/>
            <pc:sldMk cId="753592449" sldId="288"/>
            <ac:picMk id="7" creationId="{60B58EEC-54D6-310E-B7AF-498B24F0CC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2639-C64B-B36E-57AC-A23595693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57B66-1B36-0AB6-A6BB-DB78297E1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ABA17-4B03-A23C-78FC-69D5EE2A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0C788-87D4-E0F9-74C0-A36AD3BE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1F21-8D6C-C613-26FB-A26C5382F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8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0180-12E9-9CB2-F89A-08DC689C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C431E-49F0-476E-60B8-B597BBC25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D935F-059A-A244-ADE5-2969A066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D405A-5C03-455B-94A5-E1631C9C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DCB42-6418-B802-4436-D5EE31BB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3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B146-4F37-EF82-341A-159FB6156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F7F7D-8F6C-00EF-4128-18939D7AC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96BB5-F1A2-4890-93CA-49D46AD8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65D6-3429-AA3B-AB8F-77C7CC5B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6517-7B38-BD72-FD2C-4EBB1B4D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0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4F2E-A37A-80D1-99DF-A9C7DF20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C13D-D2A9-EBD1-BE6D-B35DAC19B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2CB73-6C1D-2820-DB1F-6491561CA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6EDEC-6DE7-9207-C23D-B7184CCD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6259C-E348-903A-AEDB-CC67421F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6F3BE-A19C-047F-660E-CF0D5C6F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4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D4EF-91E3-A6EC-2AC2-B2F2C0ED4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497B7-D610-BEC5-1732-2A623865A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99980-5361-7C73-F94F-38A1941EC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D5AD3-82D7-49BB-1D3E-64914BB9D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B92CE-49C8-3793-9199-EB5735590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9CD4F-EC2B-CF87-F2BD-A32C295F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B23F21-2843-16F6-521E-A877305B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8737A-79C8-966E-DB6D-99AE7388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5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F3C5-D69B-62B0-6E8F-4A1213B6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7B92E-5384-218A-6AAA-D09C2D80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DD2FE-7EC7-782E-9F4C-DDD2C082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C3C4D-D1DB-B22B-4708-40FC3037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4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82A38-2D5E-87C4-2E3F-0E57B194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C3A6E-E75D-408D-2E60-AA372D41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16E0-2091-49E8-6CDB-68A85C43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6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0F48-D925-6E5C-769B-2D6FB638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4408-6459-8A6E-D73B-343D74F47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60028-5E78-0D29-10AB-446E8FBF8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40079-7AB8-9A01-C9C1-C68D70F5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629EC-E091-F599-8E8B-171A903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009BD-B7AB-6164-BE18-4E276B87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8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2235-0C5B-8DEE-6716-5A921246B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61795D-1E7C-B6B0-7C9B-5D6B90BDE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53B08-3E97-A483-487F-9527AD4E4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0509-9551-BA3A-5B24-314CD9A7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358DA-310B-F62A-EDC1-1447F02B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F2280-621A-C150-29F8-A77B9395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13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0477-46A2-D029-A273-005B2A28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147AC-258C-DAB8-6289-F2C375ADC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BFADE-D45C-DDDC-C8A8-7E64984A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C19D-440C-7D26-6AEA-4E38B25E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713E-EC52-24E1-E3AA-110DC57C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0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311ED-2E18-4FAC-0471-06FEE0F67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DC99F-0B5B-9E76-34CC-D4A6F0FE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E2C2D-0BA5-6FCC-60B6-3D45900C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5C9-6939-DCF7-439A-B42EDF8E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1EF15-738F-8D08-6FF5-CDB52518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7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1B40B-DB9B-6302-77EB-AB5D42C0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636DF-266B-0F19-D2CC-6D758E13E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B6C7B-C0B9-782D-89C0-0CA9CBCBE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982DF-5CDF-474D-A74C-969AB291699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25F72-F1BE-5116-3E68-3BA5EBA74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E214-6315-AFDF-A497-DC3C1105B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903B8-87B8-442F-9708-A3138693B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3101A-8275-3255-BFC5-749E53333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6" t="26333" r="15995"/>
          <a:stretch>
            <a:fillRect/>
          </a:stretch>
        </p:blipFill>
        <p:spPr>
          <a:xfrm>
            <a:off x="2915455" y="1805940"/>
            <a:ext cx="9276545" cy="505206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4485F8-59BB-6533-6D0A-AA676ED9A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916" y="2852381"/>
            <a:ext cx="3161940" cy="2640247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Inverting the Triangle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DD264-49C4-44B2-7768-9CF3450C6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915" y="5676901"/>
            <a:ext cx="3306089" cy="665802"/>
          </a:xfrm>
        </p:spPr>
        <p:txBody>
          <a:bodyPr>
            <a:normAutofit/>
          </a:bodyPr>
          <a:lstStyle/>
          <a:p>
            <a:pPr algn="l"/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41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A04DD-0333-C8DF-6D46-BD358D98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2CE275A-EBD1-C197-7368-BDE8D63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E749D-75E6-0E54-E49C-2C0A58941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4DEED-6BBE-0F13-991F-0CE4B4DBB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916" y="2852381"/>
            <a:ext cx="3161940" cy="2640247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Inverting the Triangle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7B0D2-2AB9-9928-55C4-CC1A002CF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915" y="5676901"/>
            <a:ext cx="3306089" cy="665802"/>
          </a:xfrm>
        </p:spPr>
        <p:txBody>
          <a:bodyPr>
            <a:normAutofit/>
          </a:bodyPr>
          <a:lstStyle/>
          <a:p>
            <a:pPr algn="l"/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 descr="A green triangle with circles&#10;&#10;AI-generated content may be incorrect.">
            <a:extLst>
              <a:ext uri="{FF2B5EF4-FFF2-40B4-BE49-F238E27FC236}">
                <a16:creationId xmlns:a16="http://schemas.microsoft.com/office/drawing/2014/main" id="{228626AB-D128-8D89-FF48-980ABDB95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36" t="4989" r="28839" b="18851"/>
          <a:stretch>
            <a:fillRect/>
          </a:stretch>
        </p:blipFill>
        <p:spPr>
          <a:xfrm>
            <a:off x="5233939" y="460196"/>
            <a:ext cx="6958061" cy="595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6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E190B-C340-D3EE-04C2-928E35AF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25E1A7-71B2-F80F-E42F-D09DAC83E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13422-1FBD-308E-122D-73E4C882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Challenge!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8226B-70D5-3E60-610C-B0ED8F786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many disks do you need to move to turn this triangle upside-down?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AE14C867-903E-9504-7DBF-CC3C7300B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en circle object on a white background&#10;&#10;AI-generated content may be incorrect.">
            <a:extLst>
              <a:ext uri="{FF2B5EF4-FFF2-40B4-BE49-F238E27FC236}">
                <a16:creationId xmlns:a16="http://schemas.microsoft.com/office/drawing/2014/main" id="{000040D9-4F98-E616-737F-CCD36DE5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51" t="28215" r="43929" b="32048"/>
          <a:stretch>
            <a:fillRect/>
          </a:stretch>
        </p:blipFill>
        <p:spPr>
          <a:xfrm>
            <a:off x="4948710" y="998001"/>
            <a:ext cx="5000833" cy="481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B7BE0-225E-2F99-E39A-4B685B26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ADEDE5-E653-A22C-8AE9-6A36A8A8C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FD99C-6A89-18CD-FDF4-75C90ACB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Challenge!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1F8E-D0AA-2FC3-EC1B-72135365B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many disks do you need to move to turn this triangle upside-down?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4B6C146-1F36-B997-7814-8D0893B18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FDFCC5-90F8-B2C7-2AB2-848A48C32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45" t="29479" r="29231" b="33271"/>
          <a:stretch>
            <a:fillRect/>
          </a:stretch>
        </p:blipFill>
        <p:spPr>
          <a:xfrm>
            <a:off x="4659086" y="1124202"/>
            <a:ext cx="5323114" cy="46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7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7D60B-F54D-64FB-CE40-3D5D68EF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about this triangle?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885CF-102E-F47A-B4D8-635C0E64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74" t="20317" r="11695" b="32222"/>
          <a:stretch>
            <a:fillRect/>
          </a:stretch>
        </p:blipFill>
        <p:spPr>
          <a:xfrm>
            <a:off x="5094514" y="544285"/>
            <a:ext cx="5791199" cy="534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2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53B3E-2E46-1AC9-A041-EBEEF911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89C97A33-9B04-0001-9A2B-D57AA986D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A74BB-7C54-F94E-B806-8FAC0869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about this triangle?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A3C630-B747-8B22-F1FC-6C76B1C2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57" t="19683" r="10859" b="24762"/>
          <a:stretch>
            <a:fillRect/>
          </a:stretch>
        </p:blipFill>
        <p:spPr>
          <a:xfrm>
            <a:off x="5094515" y="511625"/>
            <a:ext cx="5791198" cy="60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3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127B5-A241-06F8-D0D8-A01E81DE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 this one?</a:t>
            </a:r>
          </a:p>
        </p:txBody>
      </p:sp>
      <p:pic>
        <p:nvPicPr>
          <p:cNvPr id="7" name="Picture 6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E61C99A6-8154-D72F-196E-231779627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12" t="10001" r="16361" b="32063"/>
          <a:stretch>
            <a:fillRect/>
          </a:stretch>
        </p:blipFill>
        <p:spPr>
          <a:xfrm>
            <a:off x="5163910" y="171162"/>
            <a:ext cx="5508171" cy="515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13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A94BA-15F8-CDFC-0D73-000BB512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B9BCDC65-549D-D888-589C-07FEAC497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EDC4B-112B-29B0-C289-6B9B1582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 this one?</a:t>
            </a:r>
          </a:p>
        </p:txBody>
      </p:sp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314F931F-30B9-0F7F-FCFC-A90F2F7940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77" t="10001" r="16555" b="13809"/>
          <a:stretch>
            <a:fillRect/>
          </a:stretch>
        </p:blipFill>
        <p:spPr>
          <a:xfrm>
            <a:off x="4833253" y="171161"/>
            <a:ext cx="5812975" cy="673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9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C9CCA-6A74-795B-0A4A-D8571F9F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Charting the progress…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B62DB6-E4C3-CAA1-B964-1ADBFFFA1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921185"/>
              </p:ext>
            </p:extLst>
          </p:nvPr>
        </p:nvGraphicFramePr>
        <p:xfrm>
          <a:off x="4636454" y="640080"/>
          <a:ext cx="6490495" cy="557881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021900">
                  <a:extLst>
                    <a:ext uri="{9D8B030D-6E8A-4147-A177-3AD203B41FA5}">
                      <a16:colId xmlns:a16="http://schemas.microsoft.com/office/drawing/2014/main" val="2294867738"/>
                    </a:ext>
                  </a:extLst>
                </a:gridCol>
                <a:gridCol w="4468595">
                  <a:extLst>
                    <a:ext uri="{9D8B030D-6E8A-4147-A177-3AD203B41FA5}">
                      <a16:colId xmlns:a16="http://schemas.microsoft.com/office/drawing/2014/main" val="2909863362"/>
                    </a:ext>
                  </a:extLst>
                </a:gridCol>
              </a:tblGrid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b="0" cap="none" spc="0">
                          <a:solidFill>
                            <a:schemeClr val="bg1"/>
                          </a:solidFill>
                        </a:rPr>
                        <a:t>Base size</a:t>
                      </a:r>
                    </a:p>
                  </a:txBody>
                  <a:tcPr marL="218887" marR="168375" marT="168375" marB="1683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0" cap="none" spc="0" dirty="0">
                          <a:solidFill>
                            <a:schemeClr val="bg1"/>
                          </a:solidFill>
                        </a:rPr>
                        <a:t>Disks to be moved</a:t>
                      </a:r>
                    </a:p>
                  </a:txBody>
                  <a:tcPr marL="218887" marR="168375" marT="168375" marB="1683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198835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18887" marR="168375" marT="168375" marB="16837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159225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088716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18887" marR="168375" marT="168375" marB="16837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78437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184561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18887" marR="168375" marT="168375" marB="168375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055168"/>
                  </a:ext>
                </a:extLst>
              </a:tr>
              <a:tr h="796974"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218887" marR="168375" marT="168375" marB="168375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35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84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F1508-2DFD-A567-5302-5C783151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 there a pattern???</a:t>
            </a: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Why?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2BF6D87-D0A2-EBF2-3576-324B88586A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889026"/>
              </p:ext>
            </p:extLst>
          </p:nvPr>
        </p:nvGraphicFramePr>
        <p:xfrm>
          <a:off x="4865675" y="640080"/>
          <a:ext cx="6032054" cy="55788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27475">
                  <a:extLst>
                    <a:ext uri="{9D8B030D-6E8A-4147-A177-3AD203B41FA5}">
                      <a16:colId xmlns:a16="http://schemas.microsoft.com/office/drawing/2014/main" val="2294867738"/>
                    </a:ext>
                  </a:extLst>
                </a:gridCol>
                <a:gridCol w="2482807">
                  <a:extLst>
                    <a:ext uri="{9D8B030D-6E8A-4147-A177-3AD203B41FA5}">
                      <a16:colId xmlns:a16="http://schemas.microsoft.com/office/drawing/2014/main" val="2909863362"/>
                    </a:ext>
                  </a:extLst>
                </a:gridCol>
                <a:gridCol w="2121772">
                  <a:extLst>
                    <a:ext uri="{9D8B030D-6E8A-4147-A177-3AD203B41FA5}">
                      <a16:colId xmlns:a16="http://schemas.microsoft.com/office/drawing/2014/main" val="2250686179"/>
                    </a:ext>
                  </a:extLst>
                </a:gridCol>
              </a:tblGrid>
              <a:tr h="739843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Base size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Disks to </a:t>
                      </a:r>
                      <a:r>
                        <a:rPr lang="en-US" sz="2000" dirty="0"/>
                        <a:t>be moved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First differences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1902198835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3654037355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1868559001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2051159225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1758088716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569778437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6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7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1195184561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7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9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3962055168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8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12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2635352175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9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15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3747324717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18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2636100842"/>
                  </a:ext>
                </a:extLst>
              </a:tr>
              <a:tr h="4399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11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22</a:t>
                      </a:r>
                    </a:p>
                  </a:txBody>
                  <a:tcPr marL="99979" marR="99979" marT="49989" marB="499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9979" marR="99979" marT="49989" marB="49989"/>
                </a:tc>
                <a:extLst>
                  <a:ext uri="{0D108BD9-81ED-4DB2-BD59-A6C34878D82A}">
                    <a16:rowId xmlns:a16="http://schemas.microsoft.com/office/drawing/2014/main" val="428017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92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C6A4730-A8C8-5F91-8B20-3F19B640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“The other way ‘round”…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DCDB6-C023-69F5-749A-62038FB40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Which is easier…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If there are 25 people in a room, what is the probability that at least two of them have the same birthday?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If there are 25 people in a room, what is the probability that there are no matching birthdays?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Which is easier…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What’s the fewest number of disks that need to be moved?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What’s the greatest number of disks that can remain in place?</a:t>
            </a:r>
          </a:p>
        </p:txBody>
      </p:sp>
    </p:spTree>
    <p:extLst>
      <p:ext uri="{BB962C8B-B14F-4D97-AF65-F5344CB8AC3E}">
        <p14:creationId xmlns:p14="http://schemas.microsoft.com/office/powerpoint/2010/main" val="8750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878D-D94D-6729-F45D-616B0058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can we keep?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C5760A7-720B-C375-C3B8-8D011DFCF584}"/>
              </a:ext>
            </a:extLst>
          </p:cNvPr>
          <p:cNvSpPr/>
          <p:nvPr/>
        </p:nvSpPr>
        <p:spPr>
          <a:xfrm>
            <a:off x="4005943" y="3331028"/>
            <a:ext cx="664028" cy="4572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455E5-1264-355B-8B00-7C3BC864B16C}"/>
              </a:ext>
            </a:extLst>
          </p:cNvPr>
          <p:cNvSpPr/>
          <p:nvPr/>
        </p:nvSpPr>
        <p:spPr>
          <a:xfrm>
            <a:off x="7674430" y="3077964"/>
            <a:ext cx="5437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?</a:t>
            </a:r>
          </a:p>
        </p:txBody>
      </p:sp>
      <p:pic>
        <p:nvPicPr>
          <p:cNvPr id="6" name="Picture 5" descr="A green and orange diamond shaped object&#10;&#10;AI-generated content may be incorrect.">
            <a:extLst>
              <a:ext uri="{FF2B5EF4-FFF2-40B4-BE49-F238E27FC236}">
                <a16:creationId xmlns:a16="http://schemas.microsoft.com/office/drawing/2014/main" id="{D0601275-8AB2-7449-D401-EAA318C9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27" t="50000" r="55936" b="10664"/>
          <a:stretch>
            <a:fillRect/>
          </a:stretch>
        </p:blipFill>
        <p:spPr>
          <a:xfrm>
            <a:off x="1451610" y="1915886"/>
            <a:ext cx="2445476" cy="3837465"/>
          </a:xfrm>
          <a:prstGeom prst="rect">
            <a:avLst/>
          </a:prstGeom>
        </p:spPr>
      </p:pic>
      <p:pic>
        <p:nvPicPr>
          <p:cNvPr id="11" name="Picture 10" descr="A green and orange dots in a triangle shape&#10;&#10;AI-generated content may be incorrect.">
            <a:extLst>
              <a:ext uri="{FF2B5EF4-FFF2-40B4-BE49-F238E27FC236}">
                <a16:creationId xmlns:a16="http://schemas.microsoft.com/office/drawing/2014/main" id="{4E251B8D-50C7-D3BD-C636-B7C71FA1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26" t="26515" r="45018" b="18101"/>
          <a:stretch>
            <a:fillRect/>
          </a:stretch>
        </p:blipFill>
        <p:spPr>
          <a:xfrm>
            <a:off x="4887687" y="1825625"/>
            <a:ext cx="2634344" cy="3686644"/>
          </a:xfrm>
          <a:prstGeom prst="rect">
            <a:avLst/>
          </a:prstGeom>
        </p:spPr>
      </p:pic>
      <p:pic>
        <p:nvPicPr>
          <p:cNvPr id="14" name="Picture 13" descr="A green and orange dots&#10;&#10;AI-generated content may be incorrect.">
            <a:extLst>
              <a:ext uri="{FF2B5EF4-FFF2-40B4-BE49-F238E27FC236}">
                <a16:creationId xmlns:a16="http://schemas.microsoft.com/office/drawing/2014/main" id="{1815B324-83B9-1A02-98A5-7A377A758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55" t="27690" r="42594" b="27298"/>
          <a:stretch>
            <a:fillRect/>
          </a:stretch>
        </p:blipFill>
        <p:spPr>
          <a:xfrm>
            <a:off x="8370568" y="1915886"/>
            <a:ext cx="2982332" cy="299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B95B3C-7A77-EF08-3F56-F37C6AF0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A85E-C635-6B86-9B56-17303BD8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can we keep?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815314A-80AF-2592-C51D-E10AE2A8DA3C}"/>
              </a:ext>
            </a:extLst>
          </p:cNvPr>
          <p:cNvSpPr/>
          <p:nvPr/>
        </p:nvSpPr>
        <p:spPr>
          <a:xfrm>
            <a:off x="4005943" y="3331028"/>
            <a:ext cx="664028" cy="4572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en and orange diamond shaped object&#10;&#10;AI-generated content may be incorrect.">
            <a:extLst>
              <a:ext uri="{FF2B5EF4-FFF2-40B4-BE49-F238E27FC236}">
                <a16:creationId xmlns:a16="http://schemas.microsoft.com/office/drawing/2014/main" id="{49BAB393-2EDA-3749-0AF2-ADC670B21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27" t="50000" r="55936" b="10664"/>
          <a:stretch>
            <a:fillRect/>
          </a:stretch>
        </p:blipFill>
        <p:spPr>
          <a:xfrm>
            <a:off x="1451610" y="1915886"/>
            <a:ext cx="2445476" cy="3837465"/>
          </a:xfrm>
          <a:prstGeom prst="rect">
            <a:avLst/>
          </a:prstGeom>
        </p:spPr>
      </p:pic>
      <p:pic>
        <p:nvPicPr>
          <p:cNvPr id="11" name="Picture 10" descr="A green and orange dots in a triangle shape&#10;&#10;AI-generated content may be incorrect.">
            <a:extLst>
              <a:ext uri="{FF2B5EF4-FFF2-40B4-BE49-F238E27FC236}">
                <a16:creationId xmlns:a16="http://schemas.microsoft.com/office/drawing/2014/main" id="{08ADDF9F-0613-AA85-BDD6-F139C939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26" t="26515" r="45018" b="18101"/>
          <a:stretch>
            <a:fillRect/>
          </a:stretch>
        </p:blipFill>
        <p:spPr>
          <a:xfrm>
            <a:off x="4887687" y="1825625"/>
            <a:ext cx="2634344" cy="368664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739F9FF-9D52-3574-E139-9FC79B374854}"/>
              </a:ext>
            </a:extLst>
          </p:cNvPr>
          <p:cNvSpPr/>
          <p:nvPr/>
        </p:nvSpPr>
        <p:spPr>
          <a:xfrm>
            <a:off x="7705640" y="3331027"/>
            <a:ext cx="664028" cy="4572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een and orange circles&#10;&#10;AI-generated content may be incorrect.">
            <a:extLst>
              <a:ext uri="{FF2B5EF4-FFF2-40B4-BE49-F238E27FC236}">
                <a16:creationId xmlns:a16="http://schemas.microsoft.com/office/drawing/2014/main" id="{CDD83DE5-A8D8-DCEC-1794-60B8CBF88F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39" t="29451" r="45268" b="27885"/>
          <a:stretch>
            <a:fillRect/>
          </a:stretch>
        </p:blipFill>
        <p:spPr>
          <a:xfrm>
            <a:off x="8389241" y="2024742"/>
            <a:ext cx="2653917" cy="280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8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E683A-009E-B561-2585-DFF393A3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“The other way ‘round”…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FE7D-2019-3026-E843-38A45BDDE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for a little gratuitous GeoGebra!</a:t>
            </a:r>
          </a:p>
        </p:txBody>
      </p:sp>
      <p:pic>
        <p:nvPicPr>
          <p:cNvPr id="6" name="Picture 5" descr="A green and orange dots in a triangle shape&#10;&#10;AI-generated content may be incorrect.">
            <a:extLst>
              <a:ext uri="{FF2B5EF4-FFF2-40B4-BE49-F238E27FC236}">
                <a16:creationId xmlns:a16="http://schemas.microsoft.com/office/drawing/2014/main" id="{67B665D1-4FB3-CCCB-2756-7AF9C1E4A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89" t="23188" r="40804" b="21428"/>
          <a:stretch>
            <a:fillRect/>
          </a:stretch>
        </p:blipFill>
        <p:spPr>
          <a:xfrm>
            <a:off x="6019800" y="542310"/>
            <a:ext cx="5508171" cy="57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A1548-65E0-E014-F010-0D8A3358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400" dirty="0"/>
              <a:t>Closed formula?  (Blech!)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8858D8-4369-F657-02A7-ED0010FC9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5143"/>
                <a:ext cx="10515600" cy="4761820"/>
              </a:xfrm>
            </p:spPr>
            <p:txBody>
              <a:bodyPr/>
              <a:lstStyle/>
              <a:p>
                <a:r>
                  <a:rPr lang="en-US" dirty="0"/>
                  <a:t>How to sum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0+1+1+1+2+2+2+3+3+⋯?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Kinda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0+3+6+9+⋯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8858D8-4369-F657-02A7-ED0010FC9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5143"/>
                <a:ext cx="10515600" cy="4761820"/>
              </a:xfrm>
              <a:blipFill>
                <a:blip r:embed="rId2"/>
                <a:stretch>
                  <a:fillRect l="-1043" t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EB4848A-B9DF-E6FE-6B4C-B48D8695F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8919122"/>
                  </p:ext>
                </p:extLst>
              </p:nvPr>
            </p:nvGraphicFramePr>
            <p:xfrm>
              <a:off x="1759857" y="2413145"/>
              <a:ext cx="9419772" cy="393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0345">
                      <a:extLst>
                        <a:ext uri="{9D8B030D-6E8A-4147-A177-3AD203B41FA5}">
                          <a16:colId xmlns:a16="http://schemas.microsoft.com/office/drawing/2014/main" val="3337118720"/>
                        </a:ext>
                      </a:extLst>
                    </a:gridCol>
                    <a:gridCol w="2525972">
                      <a:extLst>
                        <a:ext uri="{9D8B030D-6E8A-4147-A177-3AD203B41FA5}">
                          <a16:colId xmlns:a16="http://schemas.microsoft.com/office/drawing/2014/main" val="1450498759"/>
                        </a:ext>
                      </a:extLst>
                    </a:gridCol>
                    <a:gridCol w="4633455">
                      <a:extLst>
                        <a:ext uri="{9D8B030D-6E8A-4147-A177-3AD203B41FA5}">
                          <a16:colId xmlns:a16="http://schemas.microsoft.com/office/drawing/2014/main" val="3067297257"/>
                        </a:ext>
                      </a:extLst>
                    </a:gridCol>
                  </a:tblGrid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 size =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Disks to move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62205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76572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710589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(1+1+1)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578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1+1+1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786220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1+1+1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+2+2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322739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1+1+1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+(2+2+2)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734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1+1+1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2+2+2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17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1+1+1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2+2+2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+3+3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360316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40243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EB4848A-B9DF-E6FE-6B4C-B48D8695F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8919122"/>
                  </p:ext>
                </p:extLst>
              </p:nvPr>
            </p:nvGraphicFramePr>
            <p:xfrm>
              <a:off x="1759857" y="2413145"/>
              <a:ext cx="9419772" cy="393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0345">
                      <a:extLst>
                        <a:ext uri="{9D8B030D-6E8A-4147-A177-3AD203B41FA5}">
                          <a16:colId xmlns:a16="http://schemas.microsoft.com/office/drawing/2014/main" val="3337118720"/>
                        </a:ext>
                      </a:extLst>
                    </a:gridCol>
                    <a:gridCol w="2525972">
                      <a:extLst>
                        <a:ext uri="{9D8B030D-6E8A-4147-A177-3AD203B41FA5}">
                          <a16:colId xmlns:a16="http://schemas.microsoft.com/office/drawing/2014/main" val="1450498759"/>
                        </a:ext>
                      </a:extLst>
                    </a:gridCol>
                    <a:gridCol w="4633455">
                      <a:extLst>
                        <a:ext uri="{9D8B030D-6E8A-4147-A177-3AD203B41FA5}">
                          <a16:colId xmlns:a16="http://schemas.microsoft.com/office/drawing/2014/main" val="3067297257"/>
                        </a:ext>
                      </a:extLst>
                    </a:gridCol>
                  </a:tblGrid>
                  <a:tr h="3938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0" t="-6154" r="-318059" b="-9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Disks to move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62205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107813" r="-658" b="-8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376572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204615" r="-658" b="-7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710589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304615" r="-658" b="-6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0578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404615" r="-658" b="-5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86220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512500" r="-658" b="-423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322739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603077" r="-658" b="-31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155734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703077" r="-658" b="-21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817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815625" r="-658" b="-1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360316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553" t="-901538" r="-658" b="-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0243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11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6EC4-151D-27AD-009B-0FB7B5A6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rate…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3429-2CAC-2D53-269C-DD52D23617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b="0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∈{2,3,4}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growing by ones.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∈{5,6,7}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is growing by twos.</a:t>
                </a:r>
                <a:br>
                  <a:rPr lang="en-US" b="0" dirty="0"/>
                </a:br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grows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when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−1, 3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+1}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A3429-2CAC-2D53-269C-DD52D23617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DF589-AA40-1013-3CC3-6EFFF7C15D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C1591F5-B23B-ED3B-1B28-685AC3BBD7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4069868"/>
                  </p:ext>
                </p:extLst>
              </p:nvPr>
            </p:nvGraphicFramePr>
            <p:xfrm>
              <a:off x="6288314" y="1825625"/>
              <a:ext cx="4786317" cy="4332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0345">
                      <a:extLst>
                        <a:ext uri="{9D8B030D-6E8A-4147-A177-3AD203B41FA5}">
                          <a16:colId xmlns:a16="http://schemas.microsoft.com/office/drawing/2014/main" val="3337118720"/>
                        </a:ext>
                      </a:extLst>
                    </a:gridCol>
                    <a:gridCol w="2525972">
                      <a:extLst>
                        <a:ext uri="{9D8B030D-6E8A-4147-A177-3AD203B41FA5}">
                          <a16:colId xmlns:a16="http://schemas.microsoft.com/office/drawing/2014/main" val="1450498759"/>
                        </a:ext>
                      </a:extLst>
                    </a:gridCol>
                  </a:tblGrid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 size =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 Disks to move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162205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970451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76572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710589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578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786220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322739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734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17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360316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40243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C1591F5-B23B-ED3B-1B28-685AC3BBD7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4069868"/>
                  </p:ext>
                </p:extLst>
              </p:nvPr>
            </p:nvGraphicFramePr>
            <p:xfrm>
              <a:off x="6288314" y="1825625"/>
              <a:ext cx="4786317" cy="4332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60345">
                      <a:extLst>
                        <a:ext uri="{9D8B030D-6E8A-4147-A177-3AD203B41FA5}">
                          <a16:colId xmlns:a16="http://schemas.microsoft.com/office/drawing/2014/main" val="3337118720"/>
                        </a:ext>
                      </a:extLst>
                    </a:gridCol>
                    <a:gridCol w="2525972">
                      <a:extLst>
                        <a:ext uri="{9D8B030D-6E8A-4147-A177-3AD203B41FA5}">
                          <a16:colId xmlns:a16="http://schemas.microsoft.com/office/drawing/2014/main" val="1450498759"/>
                        </a:ext>
                      </a:extLst>
                    </a:gridCol>
                  </a:tblGrid>
                  <a:tr h="3938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0" t="-6154" r="-112938" b="-10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9639" t="-6154" r="-964" b="-10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2205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970451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76572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7105895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0578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786220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3227398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557341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1767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3603166"/>
                      </a:ext>
                    </a:extLst>
                  </a:tr>
                  <a:tr h="393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40243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5946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D109034F-FC87-04F1-1BB1-16D9384E65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−1, 3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D109034F-FC87-04F1-1BB1-16D9384E6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B2729EA-AB5F-13FD-DB87-D4BF348B7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Consider, 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.</a:t>
                </a:r>
                <a:r>
                  <a:rPr lang="en-US" b="0" i="1" dirty="0"/>
                  <a:t>  </a:t>
                </a:r>
                <a:r>
                  <a:rPr lang="en-US" b="0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∈{8, 9, 10}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1+1+1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2+2+2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−2×3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1+1+1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2+2+2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+3+3=3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−1×3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1+1+1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2+2+2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3+3+3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1+2+3</m:t>
                        </m:r>
                      </m:e>
                    </m:d>
                  </m:oMath>
                </a14:m>
                <a:br>
                  <a:rPr lang="en-US" b="0" dirty="0"/>
                </a:br>
                <a:endParaRPr lang="en-US" b="0" dirty="0"/>
              </a:p>
              <a:p>
                <a:r>
                  <a:rPr lang="en-US" b="0" dirty="0"/>
                  <a:t>In general,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=3(1+2+⋯+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B2729EA-AB5F-13FD-DB87-D4BF348B7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809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7245-E1AE-9B03-5402-2F1DCB9D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09AD10B-5D76-0FD1-C153-C7B154991F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∈{3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−1, 3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09AD10B-5D76-0FD1-C153-C7B154991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CCCA7E-CD27-D9E0-DAFD-FC64740C1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0" dirty="0"/>
                  <a:t>In general,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br>
                  <a:rPr lang="en-US" b="0" dirty="0"/>
                </a:br>
                <a:endParaRPr lang="en-US" b="0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1+2+⋯+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sz="2400" b="0" dirty="0"/>
                </a:b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br>
                  <a:rPr lang="en-US" b="0" dirty="0"/>
                </a:b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CCCA7E-CD27-D9E0-DAFD-FC64740C1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  <a:blipFill>
                <a:blip r:embed="rId3"/>
                <a:stretch>
                  <a:fillRect l="-1043" t="-2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60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5477-E7F5-6041-C25F-CB10D95B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687BA407-3250-8D04-DD11-612F8070A7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0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∈{2, 5, 8,…}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687BA407-3250-8D04-DD11-612F8070A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F66BD3-E4C3-F2FA-A21A-9282C2AA8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−2⋅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sz="2400" b="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2F66BD3-E4C3-F2FA-A21A-9282C2AA8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180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44C7-EC90-A0A1-BA65-73D487F5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A01A5033-398A-66AD-6EC5-79A81C9DF1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0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∈{3, 6, 9,…}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A01A5033-398A-66AD-6EC5-79A81C9DF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C8680D5-B66B-BA9C-8036-4CCC41095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sz="2400" b="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C8680D5-B66B-BA9C-8036-4CCC41095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68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5519-D6B4-EFDD-A218-98AAAF6B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1D8CEDA-A5D5-07F4-4203-30416EFE6B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0" dirty="0"/>
                  <a:t>Case 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∈{4, 7, 10,…}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1D8CEDA-A5D5-07F4-4203-30416EFE6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1E38AA-02F6-CF65-160B-2DAE7E555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1+2+⋯+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sz="12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sz="13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sz="13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sz="2400" b="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1E38AA-02F6-CF65-160B-2DAE7E555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3440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924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E01C-F098-12A0-229F-FD3531D8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“Altogether now…”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DB1DC-CFAE-B3D7-ED77-124FDDBE85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Case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Case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Case 3: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In all cases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But the total number of disks in the triangle 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so…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DB1DC-CFAE-B3D7-ED77-124FDDBE8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29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4E0D4-B11F-D0EC-304F-3E1721BD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D092A1-E500-9199-7C70-AEEF22C96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BF7EBA-A32B-98F1-2249-9C8BF880DD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3400" dirty="0"/>
                  <a:t>Closed formula!           </a:t>
                </a:r>
                <a14:m>
                  <m:oMath xmlns:m="http://schemas.openxmlformats.org/officeDocument/2006/math">
                    <m:r>
                      <a:rPr lang="en-US" sz="3400" b="0" i="1">
                        <a:latin typeface="Cambria Math" panose="02040503050406030204" pitchFamily="18" charset="0"/>
                      </a:rPr>
                      <m:t>𝐷𝑖𝑠𝑘𝑠</m:t>
                    </m:r>
                    <m:r>
                      <a:rPr lang="en-US" sz="34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3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𝑇𝑜𝑡𝑎𝑙𝐷𝑖𝑠𝑘𝑠</m:t>
                            </m:r>
                          </m:num>
                          <m:den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34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3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r>
                              <a:rPr lang="en-US" sz="3400" b="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br>
                  <a:rPr lang="en-US" sz="3400" dirty="0"/>
                </a:br>
                <a:endParaRPr lang="en-US" sz="34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BF7EBA-A32B-98F1-2249-9C8BF880DD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2"/>
                <a:stretch>
                  <a:fillRect l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ketch line">
            <a:extLst>
              <a:ext uri="{FF2B5EF4-FFF2-40B4-BE49-F238E27FC236}">
                <a16:creationId xmlns:a16="http://schemas.microsoft.com/office/drawing/2014/main" id="{63383D91-E002-50C9-7861-082F06B98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B9FB69A5-E285-50BB-1966-F4CAC217AD0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718231" y="2228087"/>
              <a:ext cx="8755537" cy="394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5088">
                      <a:extLst>
                        <a:ext uri="{9D8B030D-6E8A-4147-A177-3AD203B41FA5}">
                          <a16:colId xmlns:a16="http://schemas.microsoft.com/office/drawing/2014/main" val="663861936"/>
                        </a:ext>
                      </a:extLst>
                    </a:gridCol>
                    <a:gridCol w="2980473">
                      <a:extLst>
                        <a:ext uri="{9D8B030D-6E8A-4147-A177-3AD203B41FA5}">
                          <a16:colId xmlns:a16="http://schemas.microsoft.com/office/drawing/2014/main" val="893339648"/>
                        </a:ext>
                      </a:extLst>
                    </a:gridCol>
                    <a:gridCol w="2929976">
                      <a:extLst>
                        <a:ext uri="{9D8B030D-6E8A-4147-A177-3AD203B41FA5}">
                          <a16:colId xmlns:a16="http://schemas.microsoft.com/office/drawing/2014/main" val="3967218036"/>
                        </a:ext>
                      </a:extLst>
                    </a:gridCol>
                  </a:tblGrid>
                  <a:tr h="4680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Base size =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oMath>
                          </a14:m>
                          <a:endParaRPr lang="en-US" sz="1900"/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Total disks =</a:t>
                          </a:r>
                          <a:r>
                            <a:rPr lang="en-US" sz="1900" baseline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sz="1900" b="1" i="1" baseline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en-US" sz="2200"/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Disks to move = </a:t>
                          </a:r>
                          <a14:m>
                            <m:oMath xmlns:m="http://schemas.openxmlformats.org/officeDocument/2006/math">
                              <m:r>
                                <a:rPr lang="en-US" sz="19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oMath>
                          </a14:m>
                          <a:endParaRPr lang="en-US" sz="1900"/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496944078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2369816160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4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10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1258583821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182908120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21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7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445879529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7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28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9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399742174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8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12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2101385624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9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45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15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4270642828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10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18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658451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B9FB69A5-E285-50BB-1966-F4CAC217AD0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718231" y="2228087"/>
              <a:ext cx="8755537" cy="394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45088">
                      <a:extLst>
                        <a:ext uri="{9D8B030D-6E8A-4147-A177-3AD203B41FA5}">
                          <a16:colId xmlns:a16="http://schemas.microsoft.com/office/drawing/2014/main" val="663861936"/>
                        </a:ext>
                      </a:extLst>
                    </a:gridCol>
                    <a:gridCol w="2980473">
                      <a:extLst>
                        <a:ext uri="{9D8B030D-6E8A-4147-A177-3AD203B41FA5}">
                          <a16:colId xmlns:a16="http://schemas.microsoft.com/office/drawing/2014/main" val="893339648"/>
                        </a:ext>
                      </a:extLst>
                    </a:gridCol>
                    <a:gridCol w="2929976">
                      <a:extLst>
                        <a:ext uri="{9D8B030D-6E8A-4147-A177-3AD203B41FA5}">
                          <a16:colId xmlns:a16="http://schemas.microsoft.com/office/drawing/2014/main" val="3967218036"/>
                        </a:ext>
                      </a:extLst>
                    </a:gridCol>
                  </a:tblGrid>
                  <a:tr h="468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8887" marR="98887" marT="49443" marB="49443">
                        <a:blipFill>
                          <a:blip r:embed="rId3"/>
                          <a:stretch>
                            <a:fillRect l="-214" t="-5195" r="-208779" b="-7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8887" marR="98887" marT="49443" marB="49443">
                        <a:blipFill>
                          <a:blip r:embed="rId3"/>
                          <a:stretch>
                            <a:fillRect l="-95510" t="-5195" r="-98980" b="-7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8887" marR="98887" marT="49443" marB="49443">
                        <a:blipFill>
                          <a:blip r:embed="rId3"/>
                          <a:stretch>
                            <a:fillRect l="-199168" t="-5195" r="-832" b="-7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6944078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2369816160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4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10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1258583821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182908120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21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7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445879529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7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28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9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399742174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8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36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12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2101385624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9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45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15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4270642828"/>
                      </a:ext>
                    </a:extLst>
                  </a:tr>
                  <a:tr h="4351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10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55</a:t>
                          </a:r>
                        </a:p>
                      </a:txBody>
                      <a:tcPr marL="98887" marR="98887" marT="49443" marB="49443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/>
                            <a:t>18</a:t>
                          </a:r>
                        </a:p>
                      </a:txBody>
                      <a:tcPr marL="98887" marR="98887" marT="49443" marB="49443"/>
                    </a:tc>
                    <a:extLst>
                      <a:ext uri="{0D108BD9-81ED-4DB2-BD59-A6C34878D82A}">
                        <a16:rowId xmlns:a16="http://schemas.microsoft.com/office/drawing/2014/main" val="36584515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20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924</Words>
  <Application>Microsoft Office PowerPoint</Application>
  <PresentationFormat>Widescreen</PresentationFormat>
  <Paragraphs>184</Paragraphs>
  <Slides>23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Inverting the Triangle</vt:lpstr>
      <vt:lpstr>Inverting the Triangle</vt:lpstr>
      <vt:lpstr>The Challenge!</vt:lpstr>
      <vt:lpstr>The Challenge!</vt:lpstr>
      <vt:lpstr>How about this triangle?</vt:lpstr>
      <vt:lpstr>How about this triangle?</vt:lpstr>
      <vt:lpstr>Or this one?</vt:lpstr>
      <vt:lpstr>Or this one?</vt:lpstr>
      <vt:lpstr>Charting the progress…</vt:lpstr>
      <vt:lpstr>Is there a pattern???  Why?</vt:lpstr>
      <vt:lpstr>“The other way ‘round”…</vt:lpstr>
      <vt:lpstr>How many can we keep?</vt:lpstr>
      <vt:lpstr>How many can we keep?</vt:lpstr>
      <vt:lpstr>“The other way ‘round”…</vt:lpstr>
      <vt:lpstr>Closed formula?  (Blech!)</vt:lpstr>
      <vt:lpstr>Growth rate…</vt:lpstr>
      <vt:lpstr>n∈{3m-1, 3m, 3m+1}</vt:lpstr>
      <vt:lpstr>n∈{3m-1, 3m, 3m+1}</vt:lpstr>
      <vt:lpstr>Case 1: n=3m-1, n∈{2, 5, 8,…}</vt:lpstr>
      <vt:lpstr>Case 2: n=3m, n∈{3, 6, 9,…}</vt:lpstr>
      <vt:lpstr>Case 3: n=3m+1, n∈{4, 7, 10,…}</vt:lpstr>
      <vt:lpstr>“Altogether now…”</vt:lpstr>
      <vt:lpstr>Closed formula!           Disks=⌊TotalDisks/3⌋=⌊(n(n+1))/6⌋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Ward</dc:creator>
  <cp:lastModifiedBy>John Ward</cp:lastModifiedBy>
  <cp:revision>1</cp:revision>
  <dcterms:created xsi:type="dcterms:W3CDTF">2025-11-19T20:16:12Z</dcterms:created>
  <dcterms:modified xsi:type="dcterms:W3CDTF">2025-11-25T16:00:00Z</dcterms:modified>
</cp:coreProperties>
</file>